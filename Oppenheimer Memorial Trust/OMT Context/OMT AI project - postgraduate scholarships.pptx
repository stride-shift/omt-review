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4"/>
  </p:sldMasterIdLst>
  <p:notesMasterIdLst>
    <p:notesMasterId r:id="rId27"/>
  </p:notesMasterIdLst>
  <p:sldIdLst>
    <p:sldId id="5005" r:id="rId5"/>
    <p:sldId id="5298" r:id="rId6"/>
    <p:sldId id="5304" r:id="rId7"/>
    <p:sldId id="5299" r:id="rId8"/>
    <p:sldId id="5308" r:id="rId9"/>
    <p:sldId id="5307" r:id="rId10"/>
    <p:sldId id="5311" r:id="rId11"/>
    <p:sldId id="5316" r:id="rId12"/>
    <p:sldId id="5313" r:id="rId13"/>
    <p:sldId id="5300" r:id="rId14"/>
    <p:sldId id="5309" r:id="rId15"/>
    <p:sldId id="5315" r:id="rId16"/>
    <p:sldId id="5310" r:id="rId17"/>
    <p:sldId id="5317" r:id="rId18"/>
    <p:sldId id="5318" r:id="rId19"/>
    <p:sldId id="5322" r:id="rId20"/>
    <p:sldId id="5301" r:id="rId21"/>
    <p:sldId id="5321" r:id="rId22"/>
    <p:sldId id="5323" r:id="rId23"/>
    <p:sldId id="5302" r:id="rId24"/>
    <p:sldId id="5324" r:id="rId25"/>
    <p:sldId id="532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235268-9693-29CE-597F-71EDF5F5052A}" name="Bailey Corder" initials="BC" userId="S::BCorder@omt.org.za::84599104-070e-4cc7-879c-aee398f8cf2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031E"/>
    <a:srgbClr val="EBC435"/>
    <a:srgbClr val="F6F006"/>
    <a:srgbClr val="BC2EAE"/>
    <a:srgbClr val="A2489C"/>
    <a:srgbClr val="9E579D"/>
    <a:srgbClr val="E66A38"/>
    <a:srgbClr val="475444"/>
    <a:srgbClr val="AFC13E"/>
    <a:srgbClr val="F6FB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14090A-5E4B-4703-8620-7896EC7DE948}" v="117" dt="2025-11-27T13:58:59.4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72" autoAdjust="0"/>
    <p:restoredTop sz="90735" autoAdjust="0"/>
  </p:normalViewPr>
  <p:slideViewPr>
    <p:cSldViewPr snapToGrid="0">
      <p:cViewPr varScale="1">
        <p:scale>
          <a:sx n="100" d="100"/>
          <a:sy n="100" d="100"/>
        </p:scale>
        <p:origin x="1182" y="90"/>
      </p:cViewPr>
      <p:guideLst>
        <p:guide pos="3840"/>
        <p:guide orient="horz" pos="216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iley Corder" userId="84599104-070e-4cc7-879c-aee398f8cf21" providerId="ADAL" clId="{293DFD53-17B9-47E5-A550-8AA23DA2A9AB}"/>
    <pc:docChg chg="undo custSel addSld delSld modSld sldOrd delMainMaster">
      <pc:chgData name="Bailey Corder" userId="84599104-070e-4cc7-879c-aee398f8cf21" providerId="ADAL" clId="{293DFD53-17B9-47E5-A550-8AA23DA2A9AB}" dt="2025-11-27T14:03:57.759" v="13275" actId="20577"/>
      <pc:docMkLst>
        <pc:docMk/>
      </pc:docMkLst>
      <pc:sldChg chg="modSp del mod">
        <pc:chgData name="Bailey Corder" userId="84599104-070e-4cc7-879c-aee398f8cf21" providerId="ADAL" clId="{293DFD53-17B9-47E5-A550-8AA23DA2A9AB}" dt="2025-11-27T10:03:01.731" v="76" actId="47"/>
        <pc:sldMkLst>
          <pc:docMk/>
          <pc:sldMk cId="2433623862" sldId="4741"/>
        </pc:sldMkLst>
        <pc:spChg chg="mod">
          <ac:chgData name="Bailey Corder" userId="84599104-070e-4cc7-879c-aee398f8cf21" providerId="ADAL" clId="{293DFD53-17B9-47E5-A550-8AA23DA2A9AB}" dt="2025-11-27T10:02:50.442" v="74" actId="20577"/>
          <ac:spMkLst>
            <pc:docMk/>
            <pc:sldMk cId="2433623862" sldId="4741"/>
            <ac:spMk id="5" creationId="{6A227514-1038-E7B7-80F0-9447FACEA79A}"/>
          </ac:spMkLst>
        </pc:spChg>
      </pc:sldChg>
      <pc:sldChg chg="modSp mod">
        <pc:chgData name="Bailey Corder" userId="84599104-070e-4cc7-879c-aee398f8cf21" providerId="ADAL" clId="{293DFD53-17B9-47E5-A550-8AA23DA2A9AB}" dt="2025-11-27T10:02:40.421" v="66" actId="20577"/>
        <pc:sldMkLst>
          <pc:docMk/>
          <pc:sldMk cId="730094628" sldId="5005"/>
        </pc:sldMkLst>
        <pc:spChg chg="mod">
          <ac:chgData name="Bailey Corder" userId="84599104-070e-4cc7-879c-aee398f8cf21" providerId="ADAL" clId="{293DFD53-17B9-47E5-A550-8AA23DA2A9AB}" dt="2025-11-27T10:02:31.554" v="40" actId="20577"/>
          <ac:spMkLst>
            <pc:docMk/>
            <pc:sldMk cId="730094628" sldId="5005"/>
            <ac:spMk id="2" creationId="{2356A7B8-E195-A20A-634B-60C7FA8AD034}"/>
          </ac:spMkLst>
        </pc:spChg>
        <pc:spChg chg="mod">
          <ac:chgData name="Bailey Corder" userId="84599104-070e-4cc7-879c-aee398f8cf21" providerId="ADAL" clId="{293DFD53-17B9-47E5-A550-8AA23DA2A9AB}" dt="2025-11-27T10:02:40.421" v="66" actId="20577"/>
          <ac:spMkLst>
            <pc:docMk/>
            <pc:sldMk cId="730094628" sldId="5005"/>
            <ac:spMk id="3" creationId="{1E2BC3D9-2540-0BE4-72D1-0C250904F904}"/>
          </ac:spMkLst>
        </pc:spChg>
      </pc:sldChg>
      <pc:sldChg chg="del">
        <pc:chgData name="Bailey Corder" userId="84599104-070e-4cc7-879c-aee398f8cf21" providerId="ADAL" clId="{293DFD53-17B9-47E5-A550-8AA23DA2A9AB}" dt="2025-11-27T10:04:20.729" v="201" actId="47"/>
        <pc:sldMkLst>
          <pc:docMk/>
          <pc:sldMk cId="1265881604" sldId="5293"/>
        </pc:sldMkLst>
      </pc:sldChg>
      <pc:sldChg chg="del">
        <pc:chgData name="Bailey Corder" userId="84599104-070e-4cc7-879c-aee398f8cf21" providerId="ADAL" clId="{293DFD53-17B9-47E5-A550-8AA23DA2A9AB}" dt="2025-11-27T10:04:20.729" v="201" actId="47"/>
        <pc:sldMkLst>
          <pc:docMk/>
          <pc:sldMk cId="3715291991" sldId="5294"/>
        </pc:sldMkLst>
      </pc:sldChg>
      <pc:sldChg chg="del">
        <pc:chgData name="Bailey Corder" userId="84599104-070e-4cc7-879c-aee398f8cf21" providerId="ADAL" clId="{293DFD53-17B9-47E5-A550-8AA23DA2A9AB}" dt="2025-11-27T10:04:20.729" v="201" actId="47"/>
        <pc:sldMkLst>
          <pc:docMk/>
          <pc:sldMk cId="3312281089" sldId="5295"/>
        </pc:sldMkLst>
      </pc:sldChg>
      <pc:sldChg chg="del">
        <pc:chgData name="Bailey Corder" userId="84599104-070e-4cc7-879c-aee398f8cf21" providerId="ADAL" clId="{293DFD53-17B9-47E5-A550-8AA23DA2A9AB}" dt="2025-11-27T10:04:20.729" v="201" actId="47"/>
        <pc:sldMkLst>
          <pc:docMk/>
          <pc:sldMk cId="711821411" sldId="5296"/>
        </pc:sldMkLst>
      </pc:sldChg>
      <pc:sldChg chg="modSp new del mod">
        <pc:chgData name="Bailey Corder" userId="84599104-070e-4cc7-879c-aee398f8cf21" providerId="ADAL" clId="{293DFD53-17B9-47E5-A550-8AA23DA2A9AB}" dt="2025-11-27T13:55:38.962" v="12992" actId="47"/>
        <pc:sldMkLst>
          <pc:docMk/>
          <pc:sldMk cId="435040295" sldId="5297"/>
        </pc:sldMkLst>
        <pc:spChg chg="mod">
          <ac:chgData name="Bailey Corder" userId="84599104-070e-4cc7-879c-aee398f8cf21" providerId="ADAL" clId="{293DFD53-17B9-47E5-A550-8AA23DA2A9AB}" dt="2025-11-27T13:55:20.513" v="12991" actId="20577"/>
          <ac:spMkLst>
            <pc:docMk/>
            <pc:sldMk cId="435040295" sldId="5297"/>
            <ac:spMk id="5" creationId="{3C219AC9-ACB7-0CED-B4B0-7C86E6168CB5}"/>
          </ac:spMkLst>
        </pc:spChg>
        <pc:spChg chg="mod">
          <ac:chgData name="Bailey Corder" userId="84599104-070e-4cc7-879c-aee398f8cf21" providerId="ADAL" clId="{293DFD53-17B9-47E5-A550-8AA23DA2A9AB}" dt="2025-11-27T10:05:02.718" v="306" actId="20577"/>
          <ac:spMkLst>
            <pc:docMk/>
            <pc:sldMk cId="435040295" sldId="5297"/>
            <ac:spMk id="6" creationId="{0F65A089-9A7B-13DD-7291-9A0434DDB849}"/>
          </ac:spMkLst>
        </pc:spChg>
      </pc:sldChg>
      <pc:sldChg chg="modSp new mod">
        <pc:chgData name="Bailey Corder" userId="84599104-070e-4cc7-879c-aee398f8cf21" providerId="ADAL" clId="{293DFD53-17B9-47E5-A550-8AA23DA2A9AB}" dt="2025-11-27T10:03:18.004" v="90" actId="20577"/>
        <pc:sldMkLst>
          <pc:docMk/>
          <pc:sldMk cId="864582989" sldId="5298"/>
        </pc:sldMkLst>
        <pc:spChg chg="mod">
          <ac:chgData name="Bailey Corder" userId="84599104-070e-4cc7-879c-aee398f8cf21" providerId="ADAL" clId="{293DFD53-17B9-47E5-A550-8AA23DA2A9AB}" dt="2025-11-27T10:03:18.004" v="90" actId="20577"/>
          <ac:spMkLst>
            <pc:docMk/>
            <pc:sldMk cId="864582989" sldId="5298"/>
            <ac:spMk id="2" creationId="{F6485A71-98E0-1190-D276-C83D5FFFD7FB}"/>
          </ac:spMkLst>
        </pc:spChg>
      </pc:sldChg>
      <pc:sldChg chg="modSp new mod">
        <pc:chgData name="Bailey Corder" userId="84599104-070e-4cc7-879c-aee398f8cf21" providerId="ADAL" clId="{293DFD53-17B9-47E5-A550-8AA23DA2A9AB}" dt="2025-11-27T10:03:29.051" v="115" actId="20577"/>
        <pc:sldMkLst>
          <pc:docMk/>
          <pc:sldMk cId="3260360661" sldId="5299"/>
        </pc:sldMkLst>
        <pc:spChg chg="mod">
          <ac:chgData name="Bailey Corder" userId="84599104-070e-4cc7-879c-aee398f8cf21" providerId="ADAL" clId="{293DFD53-17B9-47E5-A550-8AA23DA2A9AB}" dt="2025-11-27T10:03:29.051" v="115" actId="20577"/>
          <ac:spMkLst>
            <pc:docMk/>
            <pc:sldMk cId="3260360661" sldId="5299"/>
            <ac:spMk id="2" creationId="{6FC271FA-293D-0EAF-9FC6-A62AD934DB2C}"/>
          </ac:spMkLst>
        </pc:spChg>
      </pc:sldChg>
      <pc:sldChg chg="modSp new mod ord">
        <pc:chgData name="Bailey Corder" userId="84599104-070e-4cc7-879c-aee398f8cf21" providerId="ADAL" clId="{293DFD53-17B9-47E5-A550-8AA23DA2A9AB}" dt="2025-11-27T11:29:20.552" v="6527"/>
        <pc:sldMkLst>
          <pc:docMk/>
          <pc:sldMk cId="493622741" sldId="5300"/>
        </pc:sldMkLst>
        <pc:spChg chg="mod">
          <ac:chgData name="Bailey Corder" userId="84599104-070e-4cc7-879c-aee398f8cf21" providerId="ADAL" clId="{293DFD53-17B9-47E5-A550-8AA23DA2A9AB}" dt="2025-11-27T10:03:36.555" v="127" actId="20577"/>
          <ac:spMkLst>
            <pc:docMk/>
            <pc:sldMk cId="493622741" sldId="5300"/>
            <ac:spMk id="2" creationId="{BF884FF4-D230-4EF7-4FCF-D139C0D4209B}"/>
          </ac:spMkLst>
        </pc:spChg>
      </pc:sldChg>
      <pc:sldChg chg="modSp new mod">
        <pc:chgData name="Bailey Corder" userId="84599104-070e-4cc7-879c-aee398f8cf21" providerId="ADAL" clId="{293DFD53-17B9-47E5-A550-8AA23DA2A9AB}" dt="2025-11-27T10:03:47.748" v="147" actId="20577"/>
        <pc:sldMkLst>
          <pc:docMk/>
          <pc:sldMk cId="3967651641" sldId="5301"/>
        </pc:sldMkLst>
        <pc:spChg chg="mod">
          <ac:chgData name="Bailey Corder" userId="84599104-070e-4cc7-879c-aee398f8cf21" providerId="ADAL" clId="{293DFD53-17B9-47E5-A550-8AA23DA2A9AB}" dt="2025-11-27T10:03:47.748" v="147" actId="20577"/>
          <ac:spMkLst>
            <pc:docMk/>
            <pc:sldMk cId="3967651641" sldId="5301"/>
            <ac:spMk id="2" creationId="{36822D86-C93B-4E90-0448-002B77D5AFEF}"/>
          </ac:spMkLst>
        </pc:spChg>
      </pc:sldChg>
      <pc:sldChg chg="modSp new mod">
        <pc:chgData name="Bailey Corder" userId="84599104-070e-4cc7-879c-aee398f8cf21" providerId="ADAL" clId="{293DFD53-17B9-47E5-A550-8AA23DA2A9AB}" dt="2025-11-27T10:04:06.228" v="183" actId="20577"/>
        <pc:sldMkLst>
          <pc:docMk/>
          <pc:sldMk cId="2384507994" sldId="5302"/>
        </pc:sldMkLst>
        <pc:spChg chg="mod">
          <ac:chgData name="Bailey Corder" userId="84599104-070e-4cc7-879c-aee398f8cf21" providerId="ADAL" clId="{293DFD53-17B9-47E5-A550-8AA23DA2A9AB}" dt="2025-11-27T10:04:06.228" v="183" actId="20577"/>
          <ac:spMkLst>
            <pc:docMk/>
            <pc:sldMk cId="2384507994" sldId="5302"/>
            <ac:spMk id="2" creationId="{BC3D8A49-77AF-3675-CCAE-101004EBAC73}"/>
          </ac:spMkLst>
        </pc:spChg>
      </pc:sldChg>
      <pc:sldChg chg="modSp new del mod ord">
        <pc:chgData name="Bailey Corder" userId="84599104-070e-4cc7-879c-aee398f8cf21" providerId="ADAL" clId="{293DFD53-17B9-47E5-A550-8AA23DA2A9AB}" dt="2025-11-27T11:29:10.537" v="6525" actId="47"/>
        <pc:sldMkLst>
          <pc:docMk/>
          <pc:sldMk cId="1580483826" sldId="5303"/>
        </pc:sldMkLst>
        <pc:spChg chg="mod">
          <ac:chgData name="Bailey Corder" userId="84599104-070e-4cc7-879c-aee398f8cf21" providerId="ADAL" clId="{293DFD53-17B9-47E5-A550-8AA23DA2A9AB}" dt="2025-11-27T10:04:15.212" v="200" actId="20577"/>
          <ac:spMkLst>
            <pc:docMk/>
            <pc:sldMk cId="1580483826" sldId="5303"/>
            <ac:spMk id="2" creationId="{4EF44287-DB72-1AD5-B644-C0C79FD7BDC9}"/>
          </ac:spMkLst>
        </pc:spChg>
      </pc:sldChg>
      <pc:sldChg chg="addSp delSp modSp new mod">
        <pc:chgData name="Bailey Corder" userId="84599104-070e-4cc7-879c-aee398f8cf21" providerId="ADAL" clId="{293DFD53-17B9-47E5-A550-8AA23DA2A9AB}" dt="2025-11-27T13:59:22.090" v="13069" actId="1076"/>
        <pc:sldMkLst>
          <pc:docMk/>
          <pc:sldMk cId="1383876934" sldId="5304"/>
        </pc:sldMkLst>
        <pc:spChg chg="mod">
          <ac:chgData name="Bailey Corder" userId="84599104-070e-4cc7-879c-aee398f8cf21" providerId="ADAL" clId="{293DFD53-17B9-47E5-A550-8AA23DA2A9AB}" dt="2025-11-27T10:05:17.916" v="332" actId="20577"/>
          <ac:spMkLst>
            <pc:docMk/>
            <pc:sldMk cId="1383876934" sldId="5304"/>
            <ac:spMk id="2" creationId="{95E6B326-1180-99CF-14E2-EA723186E21B}"/>
          </ac:spMkLst>
        </pc:spChg>
        <pc:spChg chg="add del">
          <ac:chgData name="Bailey Corder" userId="84599104-070e-4cc7-879c-aee398f8cf21" providerId="ADAL" clId="{293DFD53-17B9-47E5-A550-8AA23DA2A9AB}" dt="2025-11-27T10:05:34.894" v="335" actId="1032"/>
          <ac:spMkLst>
            <pc:docMk/>
            <pc:sldMk cId="1383876934" sldId="5304"/>
            <ac:spMk id="3" creationId="{2E486090-4D6A-AB7C-305C-BE4B11245DB0}"/>
          </ac:spMkLst>
        </pc:spChg>
        <pc:spChg chg="add del mod">
          <ac:chgData name="Bailey Corder" userId="84599104-070e-4cc7-879c-aee398f8cf21" providerId="ADAL" clId="{293DFD53-17B9-47E5-A550-8AA23DA2A9AB}" dt="2025-11-27T10:06:20.890" v="359" actId="1032"/>
          <ac:spMkLst>
            <pc:docMk/>
            <pc:sldMk cId="1383876934" sldId="5304"/>
            <ac:spMk id="8" creationId="{2B83A7C0-5C8A-E82F-9871-895A9AA4775D}"/>
          </ac:spMkLst>
        </pc:spChg>
        <pc:spChg chg="add del mod">
          <ac:chgData name="Bailey Corder" userId="84599104-070e-4cc7-879c-aee398f8cf21" providerId="ADAL" clId="{293DFD53-17B9-47E5-A550-8AA23DA2A9AB}" dt="2025-11-27T13:44:53.410" v="12575" actId="3680"/>
          <ac:spMkLst>
            <pc:docMk/>
            <pc:sldMk cId="1383876934" sldId="5304"/>
            <ac:spMk id="11" creationId="{3CC586C9-A531-3D11-9813-B5F0E7D50402}"/>
          </ac:spMkLst>
        </pc:spChg>
        <pc:spChg chg="add del mod">
          <ac:chgData name="Bailey Corder" userId="84599104-070e-4cc7-879c-aee398f8cf21" providerId="ADAL" clId="{293DFD53-17B9-47E5-A550-8AA23DA2A9AB}" dt="2025-11-27T13:45:17.555" v="12591" actId="478"/>
          <ac:spMkLst>
            <pc:docMk/>
            <pc:sldMk cId="1383876934" sldId="5304"/>
            <ac:spMk id="14" creationId="{E4D8C9B6-5E13-A5E1-73E2-35FD79C76996}"/>
          </ac:spMkLst>
        </pc:spChg>
        <pc:spChg chg="add mod">
          <ac:chgData name="Bailey Corder" userId="84599104-070e-4cc7-879c-aee398f8cf21" providerId="ADAL" clId="{293DFD53-17B9-47E5-A550-8AA23DA2A9AB}" dt="2025-11-27T13:49:00.362" v="12707" actId="1076"/>
          <ac:spMkLst>
            <pc:docMk/>
            <pc:sldMk cId="1383876934" sldId="5304"/>
            <ac:spMk id="15" creationId="{53B264A6-2406-A366-6156-CB1B1580075B}"/>
          </ac:spMkLst>
        </pc:spChg>
        <pc:spChg chg="add mod">
          <ac:chgData name="Bailey Corder" userId="84599104-070e-4cc7-879c-aee398f8cf21" providerId="ADAL" clId="{293DFD53-17B9-47E5-A550-8AA23DA2A9AB}" dt="2025-11-27T13:59:11.537" v="13067" actId="1076"/>
          <ac:spMkLst>
            <pc:docMk/>
            <pc:sldMk cId="1383876934" sldId="5304"/>
            <ac:spMk id="16" creationId="{5FBB056B-8638-D361-607B-C2F83FCB2C98}"/>
          </ac:spMkLst>
        </pc:spChg>
        <pc:spChg chg="add mod">
          <ac:chgData name="Bailey Corder" userId="84599104-070e-4cc7-879c-aee398f8cf21" providerId="ADAL" clId="{293DFD53-17B9-47E5-A550-8AA23DA2A9AB}" dt="2025-11-27T13:52:16.728" v="12752" actId="207"/>
          <ac:spMkLst>
            <pc:docMk/>
            <pc:sldMk cId="1383876934" sldId="5304"/>
            <ac:spMk id="17" creationId="{F1ABD391-4671-9C69-EF9D-DB252AD81C80}"/>
          </ac:spMkLst>
        </pc:spChg>
        <pc:spChg chg="add mod">
          <ac:chgData name="Bailey Corder" userId="84599104-070e-4cc7-879c-aee398f8cf21" providerId="ADAL" clId="{293DFD53-17B9-47E5-A550-8AA23DA2A9AB}" dt="2025-11-27T13:52:26.206" v="12753" actId="207"/>
          <ac:spMkLst>
            <pc:docMk/>
            <pc:sldMk cId="1383876934" sldId="5304"/>
            <ac:spMk id="18" creationId="{0FE0AF91-6069-0C0A-8D78-594462C80AAC}"/>
          </ac:spMkLst>
        </pc:spChg>
        <pc:spChg chg="add mod">
          <ac:chgData name="Bailey Corder" userId="84599104-070e-4cc7-879c-aee398f8cf21" providerId="ADAL" clId="{293DFD53-17B9-47E5-A550-8AA23DA2A9AB}" dt="2025-11-27T13:52:26.206" v="12753" actId="207"/>
          <ac:spMkLst>
            <pc:docMk/>
            <pc:sldMk cId="1383876934" sldId="5304"/>
            <ac:spMk id="19" creationId="{81EE7A3F-4B5D-7B5A-2D1D-995DBC5D2AB5}"/>
          </ac:spMkLst>
        </pc:spChg>
        <pc:spChg chg="add del mod">
          <ac:chgData name="Bailey Corder" userId="84599104-070e-4cc7-879c-aee398f8cf21" providerId="ADAL" clId="{293DFD53-17B9-47E5-A550-8AA23DA2A9AB}" dt="2025-11-27T13:49:43.789" v="12717" actId="478"/>
          <ac:spMkLst>
            <pc:docMk/>
            <pc:sldMk cId="1383876934" sldId="5304"/>
            <ac:spMk id="20" creationId="{0696B650-3BD2-F98D-B3B5-1E52FACFBCCB}"/>
          </ac:spMkLst>
        </pc:spChg>
        <pc:spChg chg="add mod">
          <ac:chgData name="Bailey Corder" userId="84599104-070e-4cc7-879c-aee398f8cf21" providerId="ADAL" clId="{293DFD53-17B9-47E5-A550-8AA23DA2A9AB}" dt="2025-11-27T13:52:16.728" v="12752" actId="207"/>
          <ac:spMkLst>
            <pc:docMk/>
            <pc:sldMk cId="1383876934" sldId="5304"/>
            <ac:spMk id="21" creationId="{F3BF70E1-63D6-BF7A-626B-2F6DC326C946}"/>
          </ac:spMkLst>
        </pc:spChg>
        <pc:spChg chg="add mod">
          <ac:chgData name="Bailey Corder" userId="84599104-070e-4cc7-879c-aee398f8cf21" providerId="ADAL" clId="{293DFD53-17B9-47E5-A550-8AA23DA2A9AB}" dt="2025-11-27T13:52:26.206" v="12753" actId="207"/>
          <ac:spMkLst>
            <pc:docMk/>
            <pc:sldMk cId="1383876934" sldId="5304"/>
            <ac:spMk id="22" creationId="{C87B32FF-AA5A-BC9A-DB15-D3E731D160D9}"/>
          </ac:spMkLst>
        </pc:spChg>
        <pc:spChg chg="add del">
          <ac:chgData name="Bailey Corder" userId="84599104-070e-4cc7-879c-aee398f8cf21" providerId="ADAL" clId="{293DFD53-17B9-47E5-A550-8AA23DA2A9AB}" dt="2025-11-27T13:47:29.825" v="12691" actId="478"/>
          <ac:spMkLst>
            <pc:docMk/>
            <pc:sldMk cId="1383876934" sldId="5304"/>
            <ac:spMk id="23" creationId="{251CEDC3-298C-52B5-3F1A-725C47DCAA8D}"/>
          </ac:spMkLst>
        </pc:spChg>
        <pc:spChg chg="add mod">
          <ac:chgData name="Bailey Corder" userId="84599104-070e-4cc7-879c-aee398f8cf21" providerId="ADAL" clId="{293DFD53-17B9-47E5-A550-8AA23DA2A9AB}" dt="2025-11-27T13:52:16.728" v="12752" actId="207"/>
          <ac:spMkLst>
            <pc:docMk/>
            <pc:sldMk cId="1383876934" sldId="5304"/>
            <ac:spMk id="24" creationId="{C577FD6F-C0FE-8E65-4C5D-8AD70AC898B7}"/>
          </ac:spMkLst>
        </pc:spChg>
        <pc:spChg chg="add mod">
          <ac:chgData name="Bailey Corder" userId="84599104-070e-4cc7-879c-aee398f8cf21" providerId="ADAL" clId="{293DFD53-17B9-47E5-A550-8AA23DA2A9AB}" dt="2025-11-27T13:50:48.348" v="12735" actId="13822"/>
          <ac:spMkLst>
            <pc:docMk/>
            <pc:sldMk cId="1383876934" sldId="5304"/>
            <ac:spMk id="25" creationId="{8FF00A76-A6E5-AB16-4AAF-9C9AA82AE63C}"/>
          </ac:spMkLst>
        </pc:spChg>
        <pc:spChg chg="add mod">
          <ac:chgData name="Bailey Corder" userId="84599104-070e-4cc7-879c-aee398f8cf21" providerId="ADAL" clId="{293DFD53-17B9-47E5-A550-8AA23DA2A9AB}" dt="2025-11-27T13:50:45.861" v="12734" actId="13822"/>
          <ac:spMkLst>
            <pc:docMk/>
            <pc:sldMk cId="1383876934" sldId="5304"/>
            <ac:spMk id="26" creationId="{D1D45521-CE10-B6F8-CCB2-B4663AADC4DB}"/>
          </ac:spMkLst>
        </pc:spChg>
        <pc:spChg chg="add mod">
          <ac:chgData name="Bailey Corder" userId="84599104-070e-4cc7-879c-aee398f8cf21" providerId="ADAL" clId="{293DFD53-17B9-47E5-A550-8AA23DA2A9AB}" dt="2025-11-27T13:50:55.289" v="12737" actId="1076"/>
          <ac:spMkLst>
            <pc:docMk/>
            <pc:sldMk cId="1383876934" sldId="5304"/>
            <ac:spMk id="27" creationId="{EEA87D06-AA0F-1380-77FD-E0C62C30BBF2}"/>
          </ac:spMkLst>
        </pc:spChg>
        <pc:spChg chg="add mod">
          <ac:chgData name="Bailey Corder" userId="84599104-070e-4cc7-879c-aee398f8cf21" providerId="ADAL" clId="{293DFD53-17B9-47E5-A550-8AA23DA2A9AB}" dt="2025-11-27T13:51:01.066" v="12739" actId="1076"/>
          <ac:spMkLst>
            <pc:docMk/>
            <pc:sldMk cId="1383876934" sldId="5304"/>
            <ac:spMk id="28" creationId="{A4AE2AA6-A26D-AC50-360A-5C8264F656B8}"/>
          </ac:spMkLst>
        </pc:spChg>
        <pc:spChg chg="add mod">
          <ac:chgData name="Bailey Corder" userId="84599104-070e-4cc7-879c-aee398f8cf21" providerId="ADAL" clId="{293DFD53-17B9-47E5-A550-8AA23DA2A9AB}" dt="2025-11-27T13:51:23.184" v="12744" actId="1076"/>
          <ac:spMkLst>
            <pc:docMk/>
            <pc:sldMk cId="1383876934" sldId="5304"/>
            <ac:spMk id="29" creationId="{26B760FA-C847-B54A-08DA-7E7261A30A8E}"/>
          </ac:spMkLst>
        </pc:spChg>
        <pc:spChg chg="add mod">
          <ac:chgData name="Bailey Corder" userId="84599104-070e-4cc7-879c-aee398f8cf21" providerId="ADAL" clId="{293DFD53-17B9-47E5-A550-8AA23DA2A9AB}" dt="2025-11-27T13:51:39.786" v="12747" actId="1076"/>
          <ac:spMkLst>
            <pc:docMk/>
            <pc:sldMk cId="1383876934" sldId="5304"/>
            <ac:spMk id="30" creationId="{090475A8-55E1-FBE2-B125-00968DF9559F}"/>
          </ac:spMkLst>
        </pc:spChg>
        <pc:spChg chg="add mod">
          <ac:chgData name="Bailey Corder" userId="84599104-070e-4cc7-879c-aee398f8cf21" providerId="ADAL" clId="{293DFD53-17B9-47E5-A550-8AA23DA2A9AB}" dt="2025-11-27T13:51:48.282" v="12750" actId="1076"/>
          <ac:spMkLst>
            <pc:docMk/>
            <pc:sldMk cId="1383876934" sldId="5304"/>
            <ac:spMk id="31" creationId="{00835FFE-5FF4-999D-38BF-AA6B984D6576}"/>
          </ac:spMkLst>
        </pc:spChg>
        <pc:spChg chg="add mod">
          <ac:chgData name="Bailey Corder" userId="84599104-070e-4cc7-879c-aee398f8cf21" providerId="ADAL" clId="{293DFD53-17B9-47E5-A550-8AA23DA2A9AB}" dt="2025-11-27T13:56:13.083" v="12998" actId="1076"/>
          <ac:spMkLst>
            <pc:docMk/>
            <pc:sldMk cId="1383876934" sldId="5304"/>
            <ac:spMk id="32" creationId="{18591467-B6FD-818F-0471-2B7AA9216C4B}"/>
          </ac:spMkLst>
        </pc:spChg>
        <pc:spChg chg="add mod">
          <ac:chgData name="Bailey Corder" userId="84599104-070e-4cc7-879c-aee398f8cf21" providerId="ADAL" clId="{293DFD53-17B9-47E5-A550-8AA23DA2A9AB}" dt="2025-11-27T13:56:30.461" v="13004" actId="14100"/>
          <ac:spMkLst>
            <pc:docMk/>
            <pc:sldMk cId="1383876934" sldId="5304"/>
            <ac:spMk id="33" creationId="{B261FEB0-AE6F-17D2-1EA0-A887F9AC3100}"/>
          </ac:spMkLst>
        </pc:spChg>
        <pc:spChg chg="add mod">
          <ac:chgData name="Bailey Corder" userId="84599104-070e-4cc7-879c-aee398f8cf21" providerId="ADAL" clId="{293DFD53-17B9-47E5-A550-8AA23DA2A9AB}" dt="2025-11-27T13:56:22.855" v="13002" actId="113"/>
          <ac:spMkLst>
            <pc:docMk/>
            <pc:sldMk cId="1383876934" sldId="5304"/>
            <ac:spMk id="34" creationId="{BEAFCC48-D29F-595B-CB5F-65EE4FEA0021}"/>
          </ac:spMkLst>
        </pc:spChg>
        <pc:spChg chg="add mod">
          <ac:chgData name="Bailey Corder" userId="84599104-070e-4cc7-879c-aee398f8cf21" providerId="ADAL" clId="{293DFD53-17B9-47E5-A550-8AA23DA2A9AB}" dt="2025-11-27T13:58:39.806" v="13058" actId="1076"/>
          <ac:spMkLst>
            <pc:docMk/>
            <pc:sldMk cId="1383876934" sldId="5304"/>
            <ac:spMk id="35" creationId="{8B2C8BAF-8CC7-B640-531D-4821BCAE5149}"/>
          </ac:spMkLst>
        </pc:spChg>
        <pc:spChg chg="add mod">
          <ac:chgData name="Bailey Corder" userId="84599104-070e-4cc7-879c-aee398f8cf21" providerId="ADAL" clId="{293DFD53-17B9-47E5-A550-8AA23DA2A9AB}" dt="2025-11-27T13:58:58.140" v="13062" actId="688"/>
          <ac:spMkLst>
            <pc:docMk/>
            <pc:sldMk cId="1383876934" sldId="5304"/>
            <ac:spMk id="36" creationId="{D0250737-2CFC-A4B2-586D-5637779AEEB7}"/>
          </ac:spMkLst>
        </pc:spChg>
        <pc:spChg chg="add mod">
          <ac:chgData name="Bailey Corder" userId="84599104-070e-4cc7-879c-aee398f8cf21" providerId="ADAL" clId="{293DFD53-17B9-47E5-A550-8AA23DA2A9AB}" dt="2025-11-27T13:59:22.090" v="13069" actId="1076"/>
          <ac:spMkLst>
            <pc:docMk/>
            <pc:sldMk cId="1383876934" sldId="5304"/>
            <ac:spMk id="37" creationId="{1734E8AB-23D6-28A1-2E1F-3A4024B38EA0}"/>
          </ac:spMkLst>
        </pc:spChg>
        <pc:graphicFrameChg chg="add del mod modGraphic">
          <ac:chgData name="Bailey Corder" userId="84599104-070e-4cc7-879c-aee398f8cf21" providerId="ADAL" clId="{293DFD53-17B9-47E5-A550-8AA23DA2A9AB}" dt="2025-11-27T10:06:06.750" v="357" actId="478"/>
          <ac:graphicFrameMkLst>
            <pc:docMk/>
            <pc:sldMk cId="1383876934" sldId="5304"/>
            <ac:graphicFrameMk id="6" creationId="{AE7EB12E-57B1-EFD9-C5B4-7F3AA737BD96}"/>
          </ac:graphicFrameMkLst>
        </pc:graphicFrameChg>
        <pc:graphicFrameChg chg="add del mod modGraphic">
          <ac:chgData name="Bailey Corder" userId="84599104-070e-4cc7-879c-aee398f8cf21" providerId="ADAL" clId="{293DFD53-17B9-47E5-A550-8AA23DA2A9AB}" dt="2025-11-27T13:44:43.916" v="12574" actId="478"/>
          <ac:graphicFrameMkLst>
            <pc:docMk/>
            <pc:sldMk cId="1383876934" sldId="5304"/>
            <ac:graphicFrameMk id="9" creationId="{7B0BBEF7-98C3-4B67-124C-CDD1A90A7074}"/>
          </ac:graphicFrameMkLst>
        </pc:graphicFrameChg>
        <pc:graphicFrameChg chg="add del mod ord modGraphic">
          <ac:chgData name="Bailey Corder" userId="84599104-070e-4cc7-879c-aee398f8cf21" providerId="ADAL" clId="{293DFD53-17B9-47E5-A550-8AA23DA2A9AB}" dt="2025-11-27T13:45:10.424" v="12590" actId="478"/>
          <ac:graphicFrameMkLst>
            <pc:docMk/>
            <pc:sldMk cId="1383876934" sldId="5304"/>
            <ac:graphicFrameMk id="12" creationId="{D050B72D-840D-38BD-A12F-A0DBEDD11EC8}"/>
          </ac:graphicFrameMkLst>
        </pc:graphicFrameChg>
        <pc:picChg chg="add del mod ord">
          <ac:chgData name="Bailey Corder" userId="84599104-070e-4cc7-879c-aee398f8cf21" providerId="ADAL" clId="{293DFD53-17B9-47E5-A550-8AA23DA2A9AB}" dt="2025-11-27T10:05:22.466" v="334" actId="34307"/>
          <ac:picMkLst>
            <pc:docMk/>
            <pc:sldMk cId="1383876934" sldId="5304"/>
            <ac:picMk id="5" creationId="{4958DE78-5F76-0EF3-EBC9-B80130A28557}"/>
          </ac:picMkLst>
        </pc:picChg>
      </pc:sldChg>
      <pc:sldChg chg="new del">
        <pc:chgData name="Bailey Corder" userId="84599104-070e-4cc7-879c-aee398f8cf21" providerId="ADAL" clId="{293DFD53-17B9-47E5-A550-8AA23DA2A9AB}" dt="2025-11-27T13:44:38.349" v="12573" actId="47"/>
        <pc:sldMkLst>
          <pc:docMk/>
          <pc:sldMk cId="1932269373" sldId="5305"/>
        </pc:sldMkLst>
      </pc:sldChg>
      <pc:sldChg chg="modSp new del mod">
        <pc:chgData name="Bailey Corder" userId="84599104-070e-4cc7-879c-aee398f8cf21" providerId="ADAL" clId="{293DFD53-17B9-47E5-A550-8AA23DA2A9AB}" dt="2025-11-27T12:30:56.341" v="10652" actId="47"/>
        <pc:sldMkLst>
          <pc:docMk/>
          <pc:sldMk cId="3178174347" sldId="5306"/>
        </pc:sldMkLst>
        <pc:spChg chg="mod">
          <ac:chgData name="Bailey Corder" userId="84599104-070e-4cc7-879c-aee398f8cf21" providerId="ADAL" clId="{293DFD53-17B9-47E5-A550-8AA23DA2A9AB}" dt="2025-11-27T10:22:31.128" v="720" actId="313"/>
          <ac:spMkLst>
            <pc:docMk/>
            <pc:sldMk cId="3178174347" sldId="5306"/>
            <ac:spMk id="3" creationId="{5AE0C7F2-2E04-3807-1B43-A64636248ABF}"/>
          </ac:spMkLst>
        </pc:spChg>
      </pc:sldChg>
      <pc:sldChg chg="addSp delSp modSp new mod">
        <pc:chgData name="Bailey Corder" userId="84599104-070e-4cc7-879c-aee398f8cf21" providerId="ADAL" clId="{293DFD53-17B9-47E5-A550-8AA23DA2A9AB}" dt="2025-11-27T13:57:43.847" v="13035" actId="113"/>
        <pc:sldMkLst>
          <pc:docMk/>
          <pc:sldMk cId="2922109640" sldId="5307"/>
        </pc:sldMkLst>
        <pc:spChg chg="mod">
          <ac:chgData name="Bailey Corder" userId="84599104-070e-4cc7-879c-aee398f8cf21" providerId="ADAL" clId="{293DFD53-17B9-47E5-A550-8AA23DA2A9AB}" dt="2025-11-27T10:47:44.018" v="2902" actId="5793"/>
          <ac:spMkLst>
            <pc:docMk/>
            <pc:sldMk cId="2922109640" sldId="5307"/>
            <ac:spMk id="2" creationId="{E81618F9-4D1A-2706-2C27-AD8FFA3C5A29}"/>
          </ac:spMkLst>
        </pc:spChg>
        <pc:spChg chg="mod">
          <ac:chgData name="Bailey Corder" userId="84599104-070e-4cc7-879c-aee398f8cf21" providerId="ADAL" clId="{293DFD53-17B9-47E5-A550-8AA23DA2A9AB}" dt="2025-11-27T13:57:10.783" v="13032"/>
          <ac:spMkLst>
            <pc:docMk/>
            <pc:sldMk cId="2922109640" sldId="5307"/>
            <ac:spMk id="4" creationId="{553165EB-98A7-956E-6DC4-B8E83FE27D11}"/>
          </ac:spMkLst>
        </pc:spChg>
        <pc:spChg chg="mod">
          <ac:chgData name="Bailey Corder" userId="84599104-070e-4cc7-879c-aee398f8cf21" providerId="ADAL" clId="{293DFD53-17B9-47E5-A550-8AA23DA2A9AB}" dt="2025-11-27T10:30:03.497" v="1679" actId="14100"/>
          <ac:spMkLst>
            <pc:docMk/>
            <pc:sldMk cId="2922109640" sldId="5307"/>
            <ac:spMk id="6" creationId="{11814BB0-62E9-2F01-F20A-0733E705902C}"/>
          </ac:spMkLst>
        </pc:spChg>
        <pc:spChg chg="mod">
          <ac:chgData name="Bailey Corder" userId="84599104-070e-4cc7-879c-aee398f8cf21" providerId="ADAL" clId="{293DFD53-17B9-47E5-A550-8AA23DA2A9AB}" dt="2025-11-27T12:31:35.550" v="10673" actId="1037"/>
          <ac:spMkLst>
            <pc:docMk/>
            <pc:sldMk cId="2922109640" sldId="5307"/>
            <ac:spMk id="7" creationId="{77E1B224-76B1-2C6A-2B10-61AF03060267}"/>
          </ac:spMkLst>
        </pc:spChg>
        <pc:spChg chg="mod">
          <ac:chgData name="Bailey Corder" userId="84599104-070e-4cc7-879c-aee398f8cf21" providerId="ADAL" clId="{293DFD53-17B9-47E5-A550-8AA23DA2A9AB}" dt="2025-11-27T13:57:32.708" v="13033" actId="113"/>
          <ac:spMkLst>
            <pc:docMk/>
            <pc:sldMk cId="2922109640" sldId="5307"/>
            <ac:spMk id="8" creationId="{4F4A12B9-CA70-B676-2335-E4A955F5D569}"/>
          </ac:spMkLst>
        </pc:spChg>
        <pc:spChg chg="mod">
          <ac:chgData name="Bailey Corder" userId="84599104-070e-4cc7-879c-aee398f8cf21" providerId="ADAL" clId="{293DFD53-17B9-47E5-A550-8AA23DA2A9AB}" dt="2025-11-27T12:31:22.062" v="10657" actId="20577"/>
          <ac:spMkLst>
            <pc:docMk/>
            <pc:sldMk cId="2922109640" sldId="5307"/>
            <ac:spMk id="9" creationId="{A6068526-11C7-1717-B790-A08DCBD1361E}"/>
          </ac:spMkLst>
        </pc:spChg>
        <pc:spChg chg="mod">
          <ac:chgData name="Bailey Corder" userId="84599104-070e-4cc7-879c-aee398f8cf21" providerId="ADAL" clId="{293DFD53-17B9-47E5-A550-8AA23DA2A9AB}" dt="2025-11-27T12:31:25.705" v="10658" actId="14100"/>
          <ac:spMkLst>
            <pc:docMk/>
            <pc:sldMk cId="2922109640" sldId="5307"/>
            <ac:spMk id="10" creationId="{4F476360-EA0E-2EAE-521E-D66E4917C316}"/>
          </ac:spMkLst>
        </pc:spChg>
        <pc:spChg chg="mod">
          <ac:chgData name="Bailey Corder" userId="84599104-070e-4cc7-879c-aee398f8cf21" providerId="ADAL" clId="{293DFD53-17B9-47E5-A550-8AA23DA2A9AB}" dt="2025-11-27T10:33:59.972" v="2170" actId="20577"/>
          <ac:spMkLst>
            <pc:docMk/>
            <pc:sldMk cId="2922109640" sldId="5307"/>
            <ac:spMk id="11" creationId="{76D6D5B4-3F43-75EF-C68E-B78D3D220A76}"/>
          </ac:spMkLst>
        </pc:spChg>
        <pc:spChg chg="add mod">
          <ac:chgData name="Bailey Corder" userId="84599104-070e-4cc7-879c-aee398f8cf21" providerId="ADAL" clId="{293DFD53-17B9-47E5-A550-8AA23DA2A9AB}" dt="2025-11-27T12:31:35.550" v="10673" actId="1037"/>
          <ac:spMkLst>
            <pc:docMk/>
            <pc:sldMk cId="2922109640" sldId="5307"/>
            <ac:spMk id="12" creationId="{AEF8EC03-CF72-0CD4-D32B-DB870BDD8A71}"/>
          </ac:spMkLst>
        </pc:spChg>
        <pc:spChg chg="add del mod">
          <ac:chgData name="Bailey Corder" userId="84599104-070e-4cc7-879c-aee398f8cf21" providerId="ADAL" clId="{293DFD53-17B9-47E5-A550-8AA23DA2A9AB}" dt="2025-11-27T10:33:40.351" v="2142" actId="478"/>
          <ac:spMkLst>
            <pc:docMk/>
            <pc:sldMk cId="2922109640" sldId="5307"/>
            <ac:spMk id="13" creationId="{6E572F30-29CE-5D24-5BD5-C31659A5A127}"/>
          </ac:spMkLst>
        </pc:spChg>
        <pc:spChg chg="add mod">
          <ac:chgData name="Bailey Corder" userId="84599104-070e-4cc7-879c-aee398f8cf21" providerId="ADAL" clId="{293DFD53-17B9-47E5-A550-8AA23DA2A9AB}" dt="2025-11-27T12:31:35.550" v="10673" actId="1037"/>
          <ac:spMkLst>
            <pc:docMk/>
            <pc:sldMk cId="2922109640" sldId="5307"/>
            <ac:spMk id="14" creationId="{79E35528-2C1A-573A-6357-8F72953A5752}"/>
          </ac:spMkLst>
        </pc:spChg>
        <pc:spChg chg="add mod">
          <ac:chgData name="Bailey Corder" userId="84599104-070e-4cc7-879c-aee398f8cf21" providerId="ADAL" clId="{293DFD53-17B9-47E5-A550-8AA23DA2A9AB}" dt="2025-11-27T13:57:43.847" v="13035" actId="113"/>
          <ac:spMkLst>
            <pc:docMk/>
            <pc:sldMk cId="2922109640" sldId="5307"/>
            <ac:spMk id="15" creationId="{AACF38E3-6D7F-E866-FC2B-8B01CFDCEFA8}"/>
          </ac:spMkLst>
        </pc:spChg>
        <pc:spChg chg="add mod">
          <ac:chgData name="Bailey Corder" userId="84599104-070e-4cc7-879c-aee398f8cf21" providerId="ADAL" clId="{293DFD53-17B9-47E5-A550-8AA23DA2A9AB}" dt="2025-11-27T13:57:35.280" v="13034" actId="113"/>
          <ac:spMkLst>
            <pc:docMk/>
            <pc:sldMk cId="2922109640" sldId="5307"/>
            <ac:spMk id="16" creationId="{47CCC5B3-FE22-8C1F-7CF7-F5D5DBDD9A84}"/>
          </ac:spMkLst>
        </pc:spChg>
      </pc:sldChg>
      <pc:sldChg chg="addSp delSp modSp add mod ord">
        <pc:chgData name="Bailey Corder" userId="84599104-070e-4cc7-879c-aee398f8cf21" providerId="ADAL" clId="{293DFD53-17B9-47E5-A550-8AA23DA2A9AB}" dt="2025-11-27T13:56:58.553" v="13031" actId="113"/>
        <pc:sldMkLst>
          <pc:docMk/>
          <pc:sldMk cId="1869622463" sldId="5308"/>
        </pc:sldMkLst>
        <pc:spChg chg="del">
          <ac:chgData name="Bailey Corder" userId="84599104-070e-4cc7-879c-aee398f8cf21" providerId="ADAL" clId="{293DFD53-17B9-47E5-A550-8AA23DA2A9AB}" dt="2025-11-27T10:35:23.511" v="2425" actId="478"/>
          <ac:spMkLst>
            <pc:docMk/>
            <pc:sldMk cId="1869622463" sldId="5308"/>
            <ac:spMk id="2" creationId="{D9FABD06-92DC-97E1-BE12-3F16438232DD}"/>
          </ac:spMkLst>
        </pc:spChg>
        <pc:spChg chg="mod">
          <ac:chgData name="Bailey Corder" userId="84599104-070e-4cc7-879c-aee398f8cf21" providerId="ADAL" clId="{293DFD53-17B9-47E5-A550-8AA23DA2A9AB}" dt="2025-11-27T13:56:58.553" v="13031" actId="113"/>
          <ac:spMkLst>
            <pc:docMk/>
            <pc:sldMk cId="1869622463" sldId="5308"/>
            <ac:spMk id="4" creationId="{CE424AAD-E95C-D13D-CAD0-3572DAA0F22F}"/>
          </ac:spMkLst>
        </pc:spChg>
        <pc:spChg chg="del">
          <ac:chgData name="Bailey Corder" userId="84599104-070e-4cc7-879c-aee398f8cf21" providerId="ADAL" clId="{293DFD53-17B9-47E5-A550-8AA23DA2A9AB}" dt="2025-11-27T10:35:16.232" v="2421" actId="478"/>
          <ac:spMkLst>
            <pc:docMk/>
            <pc:sldMk cId="1869622463" sldId="5308"/>
            <ac:spMk id="6" creationId="{2BF17217-2D33-84E0-1F29-043D117689B1}"/>
          </ac:spMkLst>
        </pc:spChg>
        <pc:spChg chg="del">
          <ac:chgData name="Bailey Corder" userId="84599104-070e-4cc7-879c-aee398f8cf21" providerId="ADAL" clId="{293DFD53-17B9-47E5-A550-8AA23DA2A9AB}" dt="2025-11-27T10:35:14.240" v="2420" actId="478"/>
          <ac:spMkLst>
            <pc:docMk/>
            <pc:sldMk cId="1869622463" sldId="5308"/>
            <ac:spMk id="7" creationId="{99ACF7BD-F72E-382F-5AC9-048C25010691}"/>
          </ac:spMkLst>
        </pc:spChg>
        <pc:spChg chg="del">
          <ac:chgData name="Bailey Corder" userId="84599104-070e-4cc7-879c-aee398f8cf21" providerId="ADAL" clId="{293DFD53-17B9-47E5-A550-8AA23DA2A9AB}" dt="2025-11-27T10:35:28.789" v="2430" actId="478"/>
          <ac:spMkLst>
            <pc:docMk/>
            <pc:sldMk cId="1869622463" sldId="5308"/>
            <ac:spMk id="8" creationId="{10F17C00-24D0-7856-CDC6-45E4D843709E}"/>
          </ac:spMkLst>
        </pc:spChg>
        <pc:spChg chg="del">
          <ac:chgData name="Bailey Corder" userId="84599104-070e-4cc7-879c-aee398f8cf21" providerId="ADAL" clId="{293DFD53-17B9-47E5-A550-8AA23DA2A9AB}" dt="2025-11-27T10:35:24.215" v="2426" actId="478"/>
          <ac:spMkLst>
            <pc:docMk/>
            <pc:sldMk cId="1869622463" sldId="5308"/>
            <ac:spMk id="9" creationId="{7D7743ED-7807-4FEA-BE40-63B8F3508A05}"/>
          </ac:spMkLst>
        </pc:spChg>
        <pc:spChg chg="del">
          <ac:chgData name="Bailey Corder" userId="84599104-070e-4cc7-879c-aee398f8cf21" providerId="ADAL" clId="{293DFD53-17B9-47E5-A550-8AA23DA2A9AB}" dt="2025-11-27T10:35:14.240" v="2420" actId="478"/>
          <ac:spMkLst>
            <pc:docMk/>
            <pc:sldMk cId="1869622463" sldId="5308"/>
            <ac:spMk id="10" creationId="{AA09D96B-6B13-EE15-BC3D-B98832DE9225}"/>
          </ac:spMkLst>
        </pc:spChg>
        <pc:spChg chg="del">
          <ac:chgData name="Bailey Corder" userId="84599104-070e-4cc7-879c-aee398f8cf21" providerId="ADAL" clId="{293DFD53-17B9-47E5-A550-8AA23DA2A9AB}" dt="2025-11-27T10:35:14.240" v="2420" actId="478"/>
          <ac:spMkLst>
            <pc:docMk/>
            <pc:sldMk cId="1869622463" sldId="5308"/>
            <ac:spMk id="12" creationId="{258A678A-8BB4-ECD9-9033-5596C6A22A1E}"/>
          </ac:spMkLst>
        </pc:spChg>
        <pc:spChg chg="del">
          <ac:chgData name="Bailey Corder" userId="84599104-070e-4cc7-879c-aee398f8cf21" providerId="ADAL" clId="{293DFD53-17B9-47E5-A550-8AA23DA2A9AB}" dt="2025-11-27T10:35:14.240" v="2420" actId="478"/>
          <ac:spMkLst>
            <pc:docMk/>
            <pc:sldMk cId="1869622463" sldId="5308"/>
            <ac:spMk id="14" creationId="{A7D260A3-8592-F15C-DFB2-4EE87D7C29CD}"/>
          </ac:spMkLst>
        </pc:spChg>
        <pc:spChg chg="del">
          <ac:chgData name="Bailey Corder" userId="84599104-070e-4cc7-879c-aee398f8cf21" providerId="ADAL" clId="{293DFD53-17B9-47E5-A550-8AA23DA2A9AB}" dt="2025-11-27T10:35:26.685" v="2428" actId="478"/>
          <ac:spMkLst>
            <pc:docMk/>
            <pc:sldMk cId="1869622463" sldId="5308"/>
            <ac:spMk id="15" creationId="{17F50481-A91F-5198-FE62-3A9C0DF5EE8F}"/>
          </ac:spMkLst>
        </pc:spChg>
        <pc:spChg chg="del">
          <ac:chgData name="Bailey Corder" userId="84599104-070e-4cc7-879c-aee398f8cf21" providerId="ADAL" clId="{293DFD53-17B9-47E5-A550-8AA23DA2A9AB}" dt="2025-11-27T10:35:25.538" v="2427" actId="478"/>
          <ac:spMkLst>
            <pc:docMk/>
            <pc:sldMk cId="1869622463" sldId="5308"/>
            <ac:spMk id="16" creationId="{DF171EB6-32E9-E869-F0E5-6FD88C816063}"/>
          </ac:spMkLst>
        </pc:spChg>
        <pc:spChg chg="add del mod">
          <ac:chgData name="Bailey Corder" userId="84599104-070e-4cc7-879c-aee398f8cf21" providerId="ADAL" clId="{293DFD53-17B9-47E5-A550-8AA23DA2A9AB}" dt="2025-11-27T10:35:20.068" v="2422" actId="478"/>
          <ac:spMkLst>
            <pc:docMk/>
            <pc:sldMk cId="1869622463" sldId="5308"/>
            <ac:spMk id="17" creationId="{9BF1F1BF-DDA5-B3C6-3CFE-2340755D494E}"/>
          </ac:spMkLst>
        </pc:spChg>
        <pc:spChg chg="add del mod">
          <ac:chgData name="Bailey Corder" userId="84599104-070e-4cc7-879c-aee398f8cf21" providerId="ADAL" clId="{293DFD53-17B9-47E5-A550-8AA23DA2A9AB}" dt="2025-11-27T10:35:22.265" v="2424" actId="478"/>
          <ac:spMkLst>
            <pc:docMk/>
            <pc:sldMk cId="1869622463" sldId="5308"/>
            <ac:spMk id="19" creationId="{10684257-5C81-1585-E6CC-D4BE037F4EAE}"/>
          </ac:spMkLst>
        </pc:spChg>
        <pc:spChg chg="add del mod">
          <ac:chgData name="Bailey Corder" userId="84599104-070e-4cc7-879c-aee398f8cf21" providerId="ADAL" clId="{293DFD53-17B9-47E5-A550-8AA23DA2A9AB}" dt="2025-11-27T10:35:20.947" v="2423" actId="478"/>
          <ac:spMkLst>
            <pc:docMk/>
            <pc:sldMk cId="1869622463" sldId="5308"/>
            <ac:spMk id="21" creationId="{4D9130E7-7001-5EFC-B880-13D841450EA7}"/>
          </ac:spMkLst>
        </pc:spChg>
        <pc:spChg chg="add del mod">
          <ac:chgData name="Bailey Corder" userId="84599104-070e-4cc7-879c-aee398f8cf21" providerId="ADAL" clId="{293DFD53-17B9-47E5-A550-8AA23DA2A9AB}" dt="2025-11-27T10:35:49.751" v="2432" actId="22"/>
          <ac:spMkLst>
            <pc:docMk/>
            <pc:sldMk cId="1869622463" sldId="5308"/>
            <ac:spMk id="23" creationId="{3C59003A-59DB-0B89-8A53-175172BD5F27}"/>
          </ac:spMkLst>
        </pc:spChg>
        <pc:spChg chg="add del mod">
          <ac:chgData name="Bailey Corder" userId="84599104-070e-4cc7-879c-aee398f8cf21" providerId="ADAL" clId="{293DFD53-17B9-47E5-A550-8AA23DA2A9AB}" dt="2025-11-27T10:35:28.002" v="2429" actId="478"/>
          <ac:spMkLst>
            <pc:docMk/>
            <pc:sldMk cId="1869622463" sldId="5308"/>
            <ac:spMk id="25" creationId="{10B41DE4-7BCC-63AD-0838-5DF607D312B7}"/>
          </ac:spMkLst>
        </pc:spChg>
        <pc:spChg chg="add del mod">
          <ac:chgData name="Bailey Corder" userId="84599104-070e-4cc7-879c-aee398f8cf21" providerId="ADAL" clId="{293DFD53-17B9-47E5-A550-8AA23DA2A9AB}" dt="2025-11-27T10:35:31.718" v="2431" actId="478"/>
          <ac:spMkLst>
            <pc:docMk/>
            <pc:sldMk cId="1869622463" sldId="5308"/>
            <ac:spMk id="27" creationId="{16EA9A0A-E94B-B821-752A-D0993D08F362}"/>
          </ac:spMkLst>
        </pc:spChg>
        <pc:spChg chg="add mod">
          <ac:chgData name="Bailey Corder" userId="84599104-070e-4cc7-879c-aee398f8cf21" providerId="ADAL" clId="{293DFD53-17B9-47E5-A550-8AA23DA2A9AB}" dt="2025-11-27T10:47:23.246" v="2899" actId="1582"/>
          <ac:spMkLst>
            <pc:docMk/>
            <pc:sldMk cId="1869622463" sldId="5308"/>
            <ac:spMk id="30" creationId="{F0252CCF-AE1C-1A8A-0361-F481AD9DCC8E}"/>
          </ac:spMkLst>
        </pc:spChg>
        <pc:spChg chg="add mod">
          <ac:chgData name="Bailey Corder" userId="84599104-070e-4cc7-879c-aee398f8cf21" providerId="ADAL" clId="{293DFD53-17B9-47E5-A550-8AA23DA2A9AB}" dt="2025-11-27T10:47:17.918" v="2898" actId="1582"/>
          <ac:spMkLst>
            <pc:docMk/>
            <pc:sldMk cId="1869622463" sldId="5308"/>
            <ac:spMk id="31" creationId="{9582C7A8-A54A-9302-59FF-F99CA2AA4A10}"/>
          </ac:spMkLst>
        </pc:spChg>
        <pc:picChg chg="add mod ord">
          <ac:chgData name="Bailey Corder" userId="84599104-070e-4cc7-879c-aee398f8cf21" providerId="ADAL" clId="{293DFD53-17B9-47E5-A550-8AA23DA2A9AB}" dt="2025-11-27T10:46:45.415" v="2888" actId="1076"/>
          <ac:picMkLst>
            <pc:docMk/>
            <pc:sldMk cId="1869622463" sldId="5308"/>
            <ac:picMk id="29" creationId="{23B536F6-CF48-D067-22F2-6712EB95EE35}"/>
          </ac:picMkLst>
        </pc:picChg>
      </pc:sldChg>
      <pc:sldChg chg="modSp new mod ord">
        <pc:chgData name="Bailey Corder" userId="84599104-070e-4cc7-879c-aee398f8cf21" providerId="ADAL" clId="{293DFD53-17B9-47E5-A550-8AA23DA2A9AB}" dt="2025-11-27T14:00:00.152" v="13073" actId="113"/>
        <pc:sldMkLst>
          <pc:docMk/>
          <pc:sldMk cId="4084150684" sldId="5309"/>
        </pc:sldMkLst>
        <pc:spChg chg="mod">
          <ac:chgData name="Bailey Corder" userId="84599104-070e-4cc7-879c-aee398f8cf21" providerId="ADAL" clId="{293DFD53-17B9-47E5-A550-8AA23DA2A9AB}" dt="2025-11-27T14:00:00.152" v="13073" actId="113"/>
          <ac:spMkLst>
            <pc:docMk/>
            <pc:sldMk cId="4084150684" sldId="5309"/>
            <ac:spMk id="2" creationId="{2276E1D6-18A4-9DA7-AC7B-B76052CC06CE}"/>
          </ac:spMkLst>
        </pc:spChg>
        <pc:spChg chg="mod">
          <ac:chgData name="Bailey Corder" userId="84599104-070e-4cc7-879c-aee398f8cf21" providerId="ADAL" clId="{293DFD53-17B9-47E5-A550-8AA23DA2A9AB}" dt="2025-11-27T13:59:45.619" v="13070" actId="403"/>
          <ac:spMkLst>
            <pc:docMk/>
            <pc:sldMk cId="4084150684" sldId="5309"/>
            <ac:spMk id="4" creationId="{0BD3DDC9-AC1E-5D1F-21B0-B5F586489D10}"/>
          </ac:spMkLst>
        </pc:spChg>
        <pc:spChg chg="mod">
          <ac:chgData name="Bailey Corder" userId="84599104-070e-4cc7-879c-aee398f8cf21" providerId="ADAL" clId="{293DFD53-17B9-47E5-A550-8AA23DA2A9AB}" dt="2025-11-27T10:49:04.491" v="2982" actId="20577"/>
          <ac:spMkLst>
            <pc:docMk/>
            <pc:sldMk cId="4084150684" sldId="5309"/>
            <ac:spMk id="6" creationId="{F0C5FBFE-5C92-3D14-12E3-C4AFF5F7AB75}"/>
          </ac:spMkLst>
        </pc:spChg>
        <pc:spChg chg="mod">
          <ac:chgData name="Bailey Corder" userId="84599104-070e-4cc7-879c-aee398f8cf21" providerId="ADAL" clId="{293DFD53-17B9-47E5-A550-8AA23DA2A9AB}" dt="2025-11-27T10:52:48.322" v="3846" actId="20577"/>
          <ac:spMkLst>
            <pc:docMk/>
            <pc:sldMk cId="4084150684" sldId="5309"/>
            <ac:spMk id="7" creationId="{8543296A-20CA-842F-E5C8-59ABAF174515}"/>
          </ac:spMkLst>
        </pc:spChg>
        <pc:spChg chg="mod">
          <ac:chgData name="Bailey Corder" userId="84599104-070e-4cc7-879c-aee398f8cf21" providerId="ADAL" clId="{293DFD53-17B9-47E5-A550-8AA23DA2A9AB}" dt="2025-11-27T10:54:24.764" v="4178" actId="20577"/>
          <ac:spMkLst>
            <pc:docMk/>
            <pc:sldMk cId="4084150684" sldId="5309"/>
            <ac:spMk id="8" creationId="{EF25BFB2-EEEC-778B-4716-19A7ED1ABA22}"/>
          </ac:spMkLst>
        </pc:spChg>
        <pc:spChg chg="mod">
          <ac:chgData name="Bailey Corder" userId="84599104-070e-4cc7-879c-aee398f8cf21" providerId="ADAL" clId="{293DFD53-17B9-47E5-A550-8AA23DA2A9AB}" dt="2025-11-27T11:30:05.784" v="6650" actId="113"/>
          <ac:spMkLst>
            <pc:docMk/>
            <pc:sldMk cId="4084150684" sldId="5309"/>
            <ac:spMk id="9" creationId="{07C27CEE-7AA2-D415-D3E9-5E497CB1E3BE}"/>
          </ac:spMkLst>
        </pc:spChg>
        <pc:spChg chg="mod">
          <ac:chgData name="Bailey Corder" userId="84599104-070e-4cc7-879c-aee398f8cf21" providerId="ADAL" clId="{293DFD53-17B9-47E5-A550-8AA23DA2A9AB}" dt="2025-11-27T10:51:17.129" v="3484" actId="20577"/>
          <ac:spMkLst>
            <pc:docMk/>
            <pc:sldMk cId="4084150684" sldId="5309"/>
            <ac:spMk id="10" creationId="{048B0590-4B28-518E-D0BE-09F05EB89647}"/>
          </ac:spMkLst>
        </pc:spChg>
        <pc:spChg chg="mod">
          <ac:chgData name="Bailey Corder" userId="84599104-070e-4cc7-879c-aee398f8cf21" providerId="ADAL" clId="{293DFD53-17B9-47E5-A550-8AA23DA2A9AB}" dt="2025-11-27T10:48:59.908" v="2976" actId="20577"/>
          <ac:spMkLst>
            <pc:docMk/>
            <pc:sldMk cId="4084150684" sldId="5309"/>
            <ac:spMk id="11" creationId="{B33076C7-9AE1-DAA2-29B2-D378BC264C0D}"/>
          </ac:spMkLst>
        </pc:spChg>
      </pc:sldChg>
      <pc:sldChg chg="addSp delSp modSp new mod ord">
        <pc:chgData name="Bailey Corder" userId="84599104-070e-4cc7-879c-aee398f8cf21" providerId="ADAL" clId="{293DFD53-17B9-47E5-A550-8AA23DA2A9AB}" dt="2025-11-27T12:33:28.542" v="10803" actId="113"/>
        <pc:sldMkLst>
          <pc:docMk/>
          <pc:sldMk cId="161050937" sldId="5310"/>
        </pc:sldMkLst>
        <pc:spChg chg="mod">
          <ac:chgData name="Bailey Corder" userId="84599104-070e-4cc7-879c-aee398f8cf21" providerId="ADAL" clId="{293DFD53-17B9-47E5-A550-8AA23DA2A9AB}" dt="2025-11-27T10:54:43.805" v="4207" actId="20577"/>
          <ac:spMkLst>
            <pc:docMk/>
            <pc:sldMk cId="161050937" sldId="5310"/>
            <ac:spMk id="2" creationId="{D3DC90F4-E07E-94ED-3448-B5E4F0B748CB}"/>
          </ac:spMkLst>
        </pc:spChg>
        <pc:spChg chg="mod">
          <ac:chgData name="Bailey Corder" userId="84599104-070e-4cc7-879c-aee398f8cf21" providerId="ADAL" clId="{293DFD53-17B9-47E5-A550-8AA23DA2A9AB}" dt="2025-11-27T12:33:28.542" v="10803" actId="113"/>
          <ac:spMkLst>
            <pc:docMk/>
            <pc:sldMk cId="161050937" sldId="5310"/>
            <ac:spMk id="3" creationId="{79CE4890-5A8E-45D2-D880-24091C0F3505}"/>
          </ac:spMkLst>
        </pc:spChg>
        <pc:spChg chg="add mod">
          <ac:chgData name="Bailey Corder" userId="84599104-070e-4cc7-879c-aee398f8cf21" providerId="ADAL" clId="{293DFD53-17B9-47E5-A550-8AA23DA2A9AB}" dt="2025-11-27T11:06:45.180" v="4808" actId="1076"/>
          <ac:spMkLst>
            <pc:docMk/>
            <pc:sldMk cId="161050937" sldId="5310"/>
            <ac:spMk id="7" creationId="{CA7D6D88-5677-1FC4-6A0F-05BEA0287C3F}"/>
          </ac:spMkLst>
        </pc:spChg>
        <pc:spChg chg="add mod">
          <ac:chgData name="Bailey Corder" userId="84599104-070e-4cc7-879c-aee398f8cf21" providerId="ADAL" clId="{293DFD53-17B9-47E5-A550-8AA23DA2A9AB}" dt="2025-11-27T11:06:38.903" v="4807" actId="1076"/>
          <ac:spMkLst>
            <pc:docMk/>
            <pc:sldMk cId="161050937" sldId="5310"/>
            <ac:spMk id="8" creationId="{999BACBA-4BFA-C5F0-AF9B-650DB9889C56}"/>
          </ac:spMkLst>
        </pc:spChg>
        <pc:spChg chg="add mod">
          <ac:chgData name="Bailey Corder" userId="84599104-070e-4cc7-879c-aee398f8cf21" providerId="ADAL" clId="{293DFD53-17B9-47E5-A550-8AA23DA2A9AB}" dt="2025-11-27T11:04:49.739" v="4762" actId="1076"/>
          <ac:spMkLst>
            <pc:docMk/>
            <pc:sldMk cId="161050937" sldId="5310"/>
            <ac:spMk id="9" creationId="{EB8D5355-0A92-2DC8-CA48-38FCD842EA1B}"/>
          </ac:spMkLst>
        </pc:spChg>
        <pc:spChg chg="add mod">
          <ac:chgData name="Bailey Corder" userId="84599104-070e-4cc7-879c-aee398f8cf21" providerId="ADAL" clId="{293DFD53-17B9-47E5-A550-8AA23DA2A9AB}" dt="2025-11-27T11:06:35.710" v="4806" actId="1076"/>
          <ac:spMkLst>
            <pc:docMk/>
            <pc:sldMk cId="161050937" sldId="5310"/>
            <ac:spMk id="10" creationId="{F6AE12CB-8658-9CC9-19D2-1228DC042F0E}"/>
          </ac:spMkLst>
        </pc:spChg>
        <pc:spChg chg="add mod">
          <ac:chgData name="Bailey Corder" userId="84599104-070e-4cc7-879c-aee398f8cf21" providerId="ADAL" clId="{293DFD53-17B9-47E5-A550-8AA23DA2A9AB}" dt="2025-11-27T11:05:20.307" v="4768" actId="1582"/>
          <ac:spMkLst>
            <pc:docMk/>
            <pc:sldMk cId="161050937" sldId="5310"/>
            <ac:spMk id="11" creationId="{D27D497F-FFDC-4D62-9C53-DCA4305C4FEA}"/>
          </ac:spMkLst>
        </pc:spChg>
        <pc:spChg chg="add mod">
          <ac:chgData name="Bailey Corder" userId="84599104-070e-4cc7-879c-aee398f8cf21" providerId="ADAL" clId="{293DFD53-17B9-47E5-A550-8AA23DA2A9AB}" dt="2025-11-27T11:06:19.580" v="4804" actId="1076"/>
          <ac:spMkLst>
            <pc:docMk/>
            <pc:sldMk cId="161050937" sldId="5310"/>
            <ac:spMk id="12" creationId="{215EC76D-C061-5725-D1BC-1329071F7CAB}"/>
          </ac:spMkLst>
        </pc:spChg>
        <pc:picChg chg="add mod">
          <ac:chgData name="Bailey Corder" userId="84599104-070e-4cc7-879c-aee398f8cf21" providerId="ADAL" clId="{293DFD53-17B9-47E5-A550-8AA23DA2A9AB}" dt="2025-11-27T11:04:35.677" v="4758" actId="1076"/>
          <ac:picMkLst>
            <pc:docMk/>
            <pc:sldMk cId="161050937" sldId="5310"/>
            <ac:picMk id="6" creationId="{8D0816AA-3931-C029-5001-AEBC8B143ED6}"/>
          </ac:picMkLst>
        </pc:picChg>
        <pc:cxnChg chg="add del">
          <ac:chgData name="Bailey Corder" userId="84599104-070e-4cc7-879c-aee398f8cf21" providerId="ADAL" clId="{293DFD53-17B9-47E5-A550-8AA23DA2A9AB}" dt="2025-11-27T11:05:51.432" v="4798" actId="478"/>
          <ac:cxnSpMkLst>
            <pc:docMk/>
            <pc:sldMk cId="161050937" sldId="5310"/>
            <ac:cxnSpMk id="14" creationId="{3468A1BE-04A8-036E-977F-8EB8DC93F992}"/>
          </ac:cxnSpMkLst>
        </pc:cxnChg>
        <pc:cxnChg chg="add mod">
          <ac:chgData name="Bailey Corder" userId="84599104-070e-4cc7-879c-aee398f8cf21" providerId="ADAL" clId="{293DFD53-17B9-47E5-A550-8AA23DA2A9AB}" dt="2025-11-27T11:06:19.580" v="4804" actId="1076"/>
          <ac:cxnSpMkLst>
            <pc:docMk/>
            <pc:sldMk cId="161050937" sldId="5310"/>
            <ac:cxnSpMk id="16" creationId="{65AF37A1-E685-C0A7-1E2C-7A54B2B086D2}"/>
          </ac:cxnSpMkLst>
        </pc:cxnChg>
      </pc:sldChg>
      <pc:sldChg chg="addSp modSp new mod">
        <pc:chgData name="Bailey Corder" userId="84599104-070e-4cc7-879c-aee398f8cf21" providerId="ADAL" clId="{293DFD53-17B9-47E5-A550-8AA23DA2A9AB}" dt="2025-11-27T12:30:34.706" v="10651" actId="1076"/>
        <pc:sldMkLst>
          <pc:docMk/>
          <pc:sldMk cId="1012526583" sldId="5311"/>
        </pc:sldMkLst>
        <pc:spChg chg="mod">
          <ac:chgData name="Bailey Corder" userId="84599104-070e-4cc7-879c-aee398f8cf21" providerId="ADAL" clId="{293DFD53-17B9-47E5-A550-8AA23DA2A9AB}" dt="2025-11-27T10:56:55.567" v="4368" actId="20577"/>
          <ac:spMkLst>
            <pc:docMk/>
            <pc:sldMk cId="1012526583" sldId="5311"/>
            <ac:spMk id="2" creationId="{6A25E950-EF5D-DF48-721E-3518C50A7174}"/>
          </ac:spMkLst>
        </pc:spChg>
        <pc:spChg chg="mod">
          <ac:chgData name="Bailey Corder" userId="84599104-070e-4cc7-879c-aee398f8cf21" providerId="ADAL" clId="{293DFD53-17B9-47E5-A550-8AA23DA2A9AB}" dt="2025-11-27T12:30:13.255" v="10645" actId="113"/>
          <ac:spMkLst>
            <pc:docMk/>
            <pc:sldMk cId="1012526583" sldId="5311"/>
            <ac:spMk id="3" creationId="{539F4878-A357-2DBF-B3F4-B25BA86E0763}"/>
          </ac:spMkLst>
        </pc:spChg>
        <pc:spChg chg="add mod">
          <ac:chgData name="Bailey Corder" userId="84599104-070e-4cc7-879c-aee398f8cf21" providerId="ADAL" clId="{293DFD53-17B9-47E5-A550-8AA23DA2A9AB}" dt="2025-11-27T12:27:24.541" v="10373" actId="1076"/>
          <ac:spMkLst>
            <pc:docMk/>
            <pc:sldMk cId="1012526583" sldId="5311"/>
            <ac:spMk id="7" creationId="{0098716E-5936-0275-59FE-5838D589D9DA}"/>
          </ac:spMkLst>
        </pc:spChg>
        <pc:spChg chg="add mod">
          <ac:chgData name="Bailey Corder" userId="84599104-070e-4cc7-879c-aee398f8cf21" providerId="ADAL" clId="{293DFD53-17B9-47E5-A550-8AA23DA2A9AB}" dt="2025-11-27T12:27:47.244" v="10394" actId="14100"/>
          <ac:spMkLst>
            <pc:docMk/>
            <pc:sldMk cId="1012526583" sldId="5311"/>
            <ac:spMk id="8" creationId="{0A850EC4-D9A8-CEDA-2AF7-DB628A5AF366}"/>
          </ac:spMkLst>
        </pc:spChg>
        <pc:spChg chg="add mod">
          <ac:chgData name="Bailey Corder" userId="84599104-070e-4cc7-879c-aee398f8cf21" providerId="ADAL" clId="{293DFD53-17B9-47E5-A550-8AA23DA2A9AB}" dt="2025-11-27T12:27:58.730" v="10400" actId="1076"/>
          <ac:spMkLst>
            <pc:docMk/>
            <pc:sldMk cId="1012526583" sldId="5311"/>
            <ac:spMk id="9" creationId="{7B648B31-4E6A-064D-2586-E15C6D864EF6}"/>
          </ac:spMkLst>
        </pc:spChg>
        <pc:spChg chg="add mod">
          <ac:chgData name="Bailey Corder" userId="84599104-070e-4cc7-879c-aee398f8cf21" providerId="ADAL" clId="{293DFD53-17B9-47E5-A550-8AA23DA2A9AB}" dt="2025-11-27T12:28:09.808" v="10404" actId="1076"/>
          <ac:spMkLst>
            <pc:docMk/>
            <pc:sldMk cId="1012526583" sldId="5311"/>
            <ac:spMk id="10" creationId="{15E0EF4C-A15D-91F8-AD6B-CB39B0ACFD29}"/>
          </ac:spMkLst>
        </pc:spChg>
        <pc:spChg chg="add mod">
          <ac:chgData name="Bailey Corder" userId="84599104-070e-4cc7-879c-aee398f8cf21" providerId="ADAL" clId="{293DFD53-17B9-47E5-A550-8AA23DA2A9AB}" dt="2025-11-27T12:28:50.895" v="10423" actId="1076"/>
          <ac:spMkLst>
            <pc:docMk/>
            <pc:sldMk cId="1012526583" sldId="5311"/>
            <ac:spMk id="13" creationId="{D4C87E6D-DD01-739A-0DD0-E705C9A46367}"/>
          </ac:spMkLst>
        </pc:spChg>
        <pc:spChg chg="add mod">
          <ac:chgData name="Bailey Corder" userId="84599104-070e-4cc7-879c-aee398f8cf21" providerId="ADAL" clId="{293DFD53-17B9-47E5-A550-8AA23DA2A9AB}" dt="2025-11-27T12:30:30.248" v="10649" actId="1582"/>
          <ac:spMkLst>
            <pc:docMk/>
            <pc:sldMk cId="1012526583" sldId="5311"/>
            <ac:spMk id="14" creationId="{8940BB8A-5ECF-60B2-B5F6-D8CD1FECFA8F}"/>
          </ac:spMkLst>
        </pc:spChg>
        <pc:spChg chg="add mod">
          <ac:chgData name="Bailey Corder" userId="84599104-070e-4cc7-879c-aee398f8cf21" providerId="ADAL" clId="{293DFD53-17B9-47E5-A550-8AA23DA2A9AB}" dt="2025-11-27T12:30:34.706" v="10651" actId="1076"/>
          <ac:spMkLst>
            <pc:docMk/>
            <pc:sldMk cId="1012526583" sldId="5311"/>
            <ac:spMk id="15" creationId="{10BED6F6-5870-6C1C-35A0-2FFDA645A377}"/>
          </ac:spMkLst>
        </pc:spChg>
        <pc:picChg chg="add mod">
          <ac:chgData name="Bailey Corder" userId="84599104-070e-4cc7-879c-aee398f8cf21" providerId="ADAL" clId="{293DFD53-17B9-47E5-A550-8AA23DA2A9AB}" dt="2025-11-27T12:29:06.927" v="10426" actId="1076"/>
          <ac:picMkLst>
            <pc:docMk/>
            <pc:sldMk cId="1012526583" sldId="5311"/>
            <ac:picMk id="6" creationId="{0E17E44D-75F4-65AD-A5BF-5256138A1C6E}"/>
          </ac:picMkLst>
        </pc:picChg>
        <pc:cxnChg chg="add mod">
          <ac:chgData name="Bailey Corder" userId="84599104-070e-4cc7-879c-aee398f8cf21" providerId="ADAL" clId="{293DFD53-17B9-47E5-A550-8AA23DA2A9AB}" dt="2025-11-27T12:28:21.901" v="10406" actId="208"/>
          <ac:cxnSpMkLst>
            <pc:docMk/>
            <pc:sldMk cId="1012526583" sldId="5311"/>
            <ac:cxnSpMk id="12" creationId="{2094A706-432D-DC65-532B-01F91FF2651A}"/>
          </ac:cxnSpMkLst>
        </pc:cxnChg>
      </pc:sldChg>
      <pc:sldChg chg="addSp delSp modSp new del mod ord">
        <pc:chgData name="Bailey Corder" userId="84599104-070e-4cc7-879c-aee398f8cf21" providerId="ADAL" clId="{293DFD53-17B9-47E5-A550-8AA23DA2A9AB}" dt="2025-11-27T11:36:53.577" v="7086" actId="47"/>
        <pc:sldMkLst>
          <pc:docMk/>
          <pc:sldMk cId="3383280747" sldId="5312"/>
        </pc:sldMkLst>
        <pc:spChg chg="mod">
          <ac:chgData name="Bailey Corder" userId="84599104-070e-4cc7-879c-aee398f8cf21" providerId="ADAL" clId="{293DFD53-17B9-47E5-A550-8AA23DA2A9AB}" dt="2025-11-27T11:34:45.524" v="6731" actId="1076"/>
          <ac:spMkLst>
            <pc:docMk/>
            <pc:sldMk cId="3383280747" sldId="5312"/>
            <ac:spMk id="2" creationId="{10FFAB87-8B64-BE6B-E53E-72F27B68058E}"/>
          </ac:spMkLst>
        </pc:spChg>
        <pc:spChg chg="del">
          <ac:chgData name="Bailey Corder" userId="84599104-070e-4cc7-879c-aee398f8cf21" providerId="ADAL" clId="{293DFD53-17B9-47E5-A550-8AA23DA2A9AB}" dt="2025-11-27T11:14:12.473" v="5019"/>
          <ac:spMkLst>
            <pc:docMk/>
            <pc:sldMk cId="3383280747" sldId="5312"/>
            <ac:spMk id="3" creationId="{DEDFB442-37BF-4063-0A03-8C012A996B12}"/>
          </ac:spMkLst>
        </pc:spChg>
        <pc:spChg chg="mod">
          <ac:chgData name="Bailey Corder" userId="84599104-070e-4cc7-879c-aee398f8cf21" providerId="ADAL" clId="{293DFD53-17B9-47E5-A550-8AA23DA2A9AB}" dt="2025-11-27T11:34:45.524" v="6731" actId="1076"/>
          <ac:spMkLst>
            <pc:docMk/>
            <pc:sldMk cId="3383280747" sldId="5312"/>
            <ac:spMk id="4" creationId="{FC1CB8EB-72C2-8EAA-E472-C016B07A7670}"/>
          </ac:spMkLst>
        </pc:spChg>
        <pc:graphicFrameChg chg="add mod modGraphic">
          <ac:chgData name="Bailey Corder" userId="84599104-070e-4cc7-879c-aee398f8cf21" providerId="ADAL" clId="{293DFD53-17B9-47E5-A550-8AA23DA2A9AB}" dt="2025-11-27T11:34:52.714" v="6733" actId="255"/>
          <ac:graphicFrameMkLst>
            <pc:docMk/>
            <pc:sldMk cId="3383280747" sldId="5312"/>
            <ac:graphicFrameMk id="5" creationId="{EABE1FB4-1FB2-5F6A-7045-F65A083E1D89}"/>
          </ac:graphicFrameMkLst>
        </pc:graphicFrameChg>
      </pc:sldChg>
      <pc:sldChg chg="addSp delSp modSp new mod">
        <pc:chgData name="Bailey Corder" userId="84599104-070e-4cc7-879c-aee398f8cf21" providerId="ADAL" clId="{293DFD53-17B9-47E5-A550-8AA23DA2A9AB}" dt="2025-11-27T11:22:44.528" v="6006" actId="20577"/>
        <pc:sldMkLst>
          <pc:docMk/>
          <pc:sldMk cId="3026365374" sldId="5313"/>
        </pc:sldMkLst>
        <pc:spChg chg="mod">
          <ac:chgData name="Bailey Corder" userId="84599104-070e-4cc7-879c-aee398f8cf21" providerId="ADAL" clId="{293DFD53-17B9-47E5-A550-8AA23DA2A9AB}" dt="2025-11-27T11:15:53.841" v="5050" actId="20577"/>
          <ac:spMkLst>
            <pc:docMk/>
            <pc:sldMk cId="3026365374" sldId="5313"/>
            <ac:spMk id="5" creationId="{E3B8E3CD-A02A-D713-1D99-A217F55DF9AB}"/>
          </ac:spMkLst>
        </pc:spChg>
        <pc:spChg chg="mod">
          <ac:chgData name="Bailey Corder" userId="84599104-070e-4cc7-879c-aee398f8cf21" providerId="ADAL" clId="{293DFD53-17B9-47E5-A550-8AA23DA2A9AB}" dt="2025-11-27T11:22:44.528" v="6006" actId="20577"/>
          <ac:spMkLst>
            <pc:docMk/>
            <pc:sldMk cId="3026365374" sldId="5313"/>
            <ac:spMk id="6" creationId="{1A4B7BB6-01EC-DBAF-D721-43F1A88CAB1B}"/>
          </ac:spMkLst>
        </pc:spChg>
        <pc:spChg chg="add mod">
          <ac:chgData name="Bailey Corder" userId="84599104-070e-4cc7-879c-aee398f8cf21" providerId="ADAL" clId="{293DFD53-17B9-47E5-A550-8AA23DA2A9AB}" dt="2025-11-27T11:22:00.182" v="5956" actId="208"/>
          <ac:spMkLst>
            <pc:docMk/>
            <pc:sldMk cId="3026365374" sldId="5313"/>
            <ac:spMk id="12" creationId="{E645CC9A-A134-C56A-5357-263E39CEB8EC}"/>
          </ac:spMkLst>
        </pc:spChg>
        <pc:picChg chg="add del mod">
          <ac:chgData name="Bailey Corder" userId="84599104-070e-4cc7-879c-aee398f8cf21" providerId="ADAL" clId="{293DFD53-17B9-47E5-A550-8AA23DA2A9AB}" dt="2025-11-27T11:20:54.232" v="5941" actId="21"/>
          <ac:picMkLst>
            <pc:docMk/>
            <pc:sldMk cId="3026365374" sldId="5313"/>
            <ac:picMk id="8" creationId="{D6693D82-A4EA-F772-090C-32FEE509EE8D}"/>
          </ac:picMkLst>
        </pc:picChg>
        <pc:picChg chg="add mod ord">
          <ac:chgData name="Bailey Corder" userId="84599104-070e-4cc7-879c-aee398f8cf21" providerId="ADAL" clId="{293DFD53-17B9-47E5-A550-8AA23DA2A9AB}" dt="2025-11-27T11:21:49.038" v="5953" actId="1076"/>
          <ac:picMkLst>
            <pc:docMk/>
            <pc:sldMk cId="3026365374" sldId="5313"/>
            <ac:picMk id="9" creationId="{D6693D82-A4EA-F772-090C-32FEE509EE8D}"/>
          </ac:picMkLst>
        </pc:picChg>
        <pc:picChg chg="add mod">
          <ac:chgData name="Bailey Corder" userId="84599104-070e-4cc7-879c-aee398f8cf21" providerId="ADAL" clId="{293DFD53-17B9-47E5-A550-8AA23DA2A9AB}" dt="2025-11-27T11:21:45.912" v="5952" actId="1076"/>
          <ac:picMkLst>
            <pc:docMk/>
            <pc:sldMk cId="3026365374" sldId="5313"/>
            <ac:picMk id="11" creationId="{FAFD3FA8-E4CF-5CA4-6196-8699FE605DA4}"/>
          </ac:picMkLst>
        </pc:picChg>
      </pc:sldChg>
      <pc:sldChg chg="modSp add del mod">
        <pc:chgData name="Bailey Corder" userId="84599104-070e-4cc7-879c-aee398f8cf21" providerId="ADAL" clId="{293DFD53-17B9-47E5-A550-8AA23DA2A9AB}" dt="2025-11-27T11:28:40.724" v="6505" actId="47"/>
        <pc:sldMkLst>
          <pc:docMk/>
          <pc:sldMk cId="934801591" sldId="5314"/>
        </pc:sldMkLst>
        <pc:spChg chg="mod">
          <ac:chgData name="Bailey Corder" userId="84599104-070e-4cc7-879c-aee398f8cf21" providerId="ADAL" clId="{293DFD53-17B9-47E5-A550-8AA23DA2A9AB}" dt="2025-11-27T11:23:47.437" v="6044" actId="20577"/>
          <ac:spMkLst>
            <pc:docMk/>
            <pc:sldMk cId="934801591" sldId="5314"/>
            <ac:spMk id="2" creationId="{FE958FC2-C5B2-7812-CD5A-D32525262CC4}"/>
          </ac:spMkLst>
        </pc:spChg>
        <pc:graphicFrameChg chg="mod modGraphic">
          <ac:chgData name="Bailey Corder" userId="84599104-070e-4cc7-879c-aee398f8cf21" providerId="ADAL" clId="{293DFD53-17B9-47E5-A550-8AA23DA2A9AB}" dt="2025-11-27T11:28:09.282" v="6497" actId="1076"/>
          <ac:graphicFrameMkLst>
            <pc:docMk/>
            <pc:sldMk cId="934801591" sldId="5314"/>
            <ac:graphicFrameMk id="5" creationId="{93487277-DADC-E458-BE03-690F0ADE3D5B}"/>
          </ac:graphicFrameMkLst>
        </pc:graphicFrameChg>
      </pc:sldChg>
      <pc:sldChg chg="addSp delSp modSp new mod">
        <pc:chgData name="Bailey Corder" userId="84599104-070e-4cc7-879c-aee398f8cf21" providerId="ADAL" clId="{293DFD53-17B9-47E5-A550-8AA23DA2A9AB}" dt="2025-11-27T14:00:35.804" v="13074" actId="20577"/>
        <pc:sldMkLst>
          <pc:docMk/>
          <pc:sldMk cId="3586524483" sldId="5315"/>
        </pc:sldMkLst>
        <pc:spChg chg="mod">
          <ac:chgData name="Bailey Corder" userId="84599104-070e-4cc7-879c-aee398f8cf21" providerId="ADAL" clId="{293DFD53-17B9-47E5-A550-8AA23DA2A9AB}" dt="2025-11-27T11:28:31.470" v="6504"/>
          <ac:spMkLst>
            <pc:docMk/>
            <pc:sldMk cId="3586524483" sldId="5315"/>
            <ac:spMk id="2" creationId="{E9920B65-3136-E665-AFEB-A27C4B28FAFB}"/>
          </ac:spMkLst>
        </pc:spChg>
        <pc:spChg chg="del mod">
          <ac:chgData name="Bailey Corder" userId="84599104-070e-4cc7-879c-aee398f8cf21" providerId="ADAL" clId="{293DFD53-17B9-47E5-A550-8AA23DA2A9AB}" dt="2025-11-27T11:28:24.744" v="6503"/>
          <ac:spMkLst>
            <pc:docMk/>
            <pc:sldMk cId="3586524483" sldId="5315"/>
            <ac:spMk id="3" creationId="{FC83B619-4DED-CE2E-C49F-DEAB2B08B05A}"/>
          </ac:spMkLst>
        </pc:spChg>
        <pc:graphicFrameChg chg="add mod modGraphic">
          <ac:chgData name="Bailey Corder" userId="84599104-070e-4cc7-879c-aee398f8cf21" providerId="ADAL" clId="{293DFD53-17B9-47E5-A550-8AA23DA2A9AB}" dt="2025-11-27T14:00:35.804" v="13074" actId="20577"/>
          <ac:graphicFrameMkLst>
            <pc:docMk/>
            <pc:sldMk cId="3586524483" sldId="5315"/>
            <ac:graphicFrameMk id="5" creationId="{26ABB584-3BE6-44F6-A337-E6AF71EA702A}"/>
          </ac:graphicFrameMkLst>
        </pc:graphicFrameChg>
      </pc:sldChg>
      <pc:sldChg chg="modSp new mod">
        <pc:chgData name="Bailey Corder" userId="84599104-070e-4cc7-879c-aee398f8cf21" providerId="ADAL" clId="{293DFD53-17B9-47E5-A550-8AA23DA2A9AB}" dt="2025-11-27T11:29:07.894" v="6524" actId="20577"/>
        <pc:sldMkLst>
          <pc:docMk/>
          <pc:sldMk cId="2230996491" sldId="5316"/>
        </pc:sldMkLst>
        <pc:spChg chg="mod">
          <ac:chgData name="Bailey Corder" userId="84599104-070e-4cc7-879c-aee398f8cf21" providerId="ADAL" clId="{293DFD53-17B9-47E5-A550-8AA23DA2A9AB}" dt="2025-11-27T11:29:07.894" v="6524" actId="20577"/>
          <ac:spMkLst>
            <pc:docMk/>
            <pc:sldMk cId="2230996491" sldId="5316"/>
            <ac:spMk id="2" creationId="{1ED78077-9138-4A6B-121D-94CFC719C525}"/>
          </ac:spMkLst>
        </pc:spChg>
      </pc:sldChg>
      <pc:sldChg chg="modSp new mod">
        <pc:chgData name="Bailey Corder" userId="84599104-070e-4cc7-879c-aee398f8cf21" providerId="ADAL" clId="{293DFD53-17B9-47E5-A550-8AA23DA2A9AB}" dt="2025-11-27T11:30:33.188" v="6695" actId="20577"/>
        <pc:sldMkLst>
          <pc:docMk/>
          <pc:sldMk cId="1298302641" sldId="5317"/>
        </pc:sldMkLst>
        <pc:spChg chg="mod">
          <ac:chgData name="Bailey Corder" userId="84599104-070e-4cc7-879c-aee398f8cf21" providerId="ADAL" clId="{293DFD53-17B9-47E5-A550-8AA23DA2A9AB}" dt="2025-11-27T11:30:33.188" v="6695" actId="20577"/>
          <ac:spMkLst>
            <pc:docMk/>
            <pc:sldMk cId="1298302641" sldId="5317"/>
            <ac:spMk id="2" creationId="{8985DB43-4E67-262C-6501-EB0DFF8A9429}"/>
          </ac:spMkLst>
        </pc:spChg>
      </pc:sldChg>
      <pc:sldChg chg="addSp delSp modSp new mod">
        <pc:chgData name="Bailey Corder" userId="84599104-070e-4cc7-879c-aee398f8cf21" providerId="ADAL" clId="{293DFD53-17B9-47E5-A550-8AA23DA2A9AB}" dt="2025-11-27T14:01:14.923" v="13089" actId="113"/>
        <pc:sldMkLst>
          <pc:docMk/>
          <pc:sldMk cId="342959785" sldId="5318"/>
        </pc:sldMkLst>
        <pc:spChg chg="mod">
          <ac:chgData name="Bailey Corder" userId="84599104-070e-4cc7-879c-aee398f8cf21" providerId="ADAL" clId="{293DFD53-17B9-47E5-A550-8AA23DA2A9AB}" dt="2025-11-27T11:35:11.202" v="6781" actId="20577"/>
          <ac:spMkLst>
            <pc:docMk/>
            <pc:sldMk cId="342959785" sldId="5318"/>
            <ac:spMk id="2" creationId="{E903C466-1433-C4FF-1D2A-7B6ABA6635D4}"/>
          </ac:spMkLst>
        </pc:spChg>
        <pc:spChg chg="del">
          <ac:chgData name="Bailey Corder" userId="84599104-070e-4cc7-879c-aee398f8cf21" providerId="ADAL" clId="{293DFD53-17B9-47E5-A550-8AA23DA2A9AB}" dt="2025-11-27T11:35:21.006" v="6782"/>
          <ac:spMkLst>
            <pc:docMk/>
            <pc:sldMk cId="342959785" sldId="5318"/>
            <ac:spMk id="3" creationId="{8A7E5800-7A46-68D2-E6A8-1A8E049C053F}"/>
          </ac:spMkLst>
        </pc:spChg>
        <pc:spChg chg="add mod">
          <ac:chgData name="Bailey Corder" userId="84599104-070e-4cc7-879c-aee398f8cf21" providerId="ADAL" clId="{293DFD53-17B9-47E5-A550-8AA23DA2A9AB}" dt="2025-11-27T14:01:14.923" v="13089" actId="113"/>
          <ac:spMkLst>
            <pc:docMk/>
            <pc:sldMk cId="342959785" sldId="5318"/>
            <ac:spMk id="6" creationId="{562422FA-A410-71DD-B297-606454B83817}"/>
          </ac:spMkLst>
        </pc:spChg>
        <pc:graphicFrameChg chg="add mod modGraphic">
          <ac:chgData name="Bailey Corder" userId="84599104-070e-4cc7-879c-aee398f8cf21" providerId="ADAL" clId="{293DFD53-17B9-47E5-A550-8AA23DA2A9AB}" dt="2025-11-27T11:41:07.747" v="8044" actId="114"/>
          <ac:graphicFrameMkLst>
            <pc:docMk/>
            <pc:sldMk cId="342959785" sldId="5318"/>
            <ac:graphicFrameMk id="5" creationId="{AF5C88AC-B4C0-25F2-1EF5-C88992BFA22C}"/>
          </ac:graphicFrameMkLst>
        </pc:graphicFrameChg>
      </pc:sldChg>
      <pc:sldChg chg="modSp add del mod ord">
        <pc:chgData name="Bailey Corder" userId="84599104-070e-4cc7-879c-aee398f8cf21" providerId="ADAL" clId="{293DFD53-17B9-47E5-A550-8AA23DA2A9AB}" dt="2025-11-27T11:34:23.791" v="6726" actId="47"/>
        <pc:sldMkLst>
          <pc:docMk/>
          <pc:sldMk cId="3635359091" sldId="5318"/>
        </pc:sldMkLst>
        <pc:graphicFrameChg chg="modGraphic">
          <ac:chgData name="Bailey Corder" userId="84599104-070e-4cc7-879c-aee398f8cf21" providerId="ADAL" clId="{293DFD53-17B9-47E5-A550-8AA23DA2A9AB}" dt="2025-11-27T11:34:04.460" v="6724" actId="14734"/>
          <ac:graphicFrameMkLst>
            <pc:docMk/>
            <pc:sldMk cId="3635359091" sldId="5318"/>
            <ac:graphicFrameMk id="5" creationId="{FD5D8143-1F6A-3280-5931-FF80317EE288}"/>
          </ac:graphicFrameMkLst>
        </pc:graphicFrameChg>
      </pc:sldChg>
      <pc:sldChg chg="addSp modSp new del mod">
        <pc:chgData name="Bailey Corder" userId="84599104-070e-4cc7-879c-aee398f8cf21" providerId="ADAL" clId="{293DFD53-17B9-47E5-A550-8AA23DA2A9AB}" dt="2025-11-27T12:10:17.079" v="10122" actId="47"/>
        <pc:sldMkLst>
          <pc:docMk/>
          <pc:sldMk cId="2566891933" sldId="5319"/>
        </pc:sldMkLst>
        <pc:spChg chg="mod">
          <ac:chgData name="Bailey Corder" userId="84599104-070e-4cc7-879c-aee398f8cf21" providerId="ADAL" clId="{293DFD53-17B9-47E5-A550-8AA23DA2A9AB}" dt="2025-11-27T11:41:47.926" v="8067" actId="20577"/>
          <ac:spMkLst>
            <pc:docMk/>
            <pc:sldMk cId="2566891933" sldId="5319"/>
            <ac:spMk id="2" creationId="{462A11DE-9939-CA92-EC56-3E960DEB7154}"/>
          </ac:spMkLst>
        </pc:spChg>
        <pc:spChg chg="mod">
          <ac:chgData name="Bailey Corder" userId="84599104-070e-4cc7-879c-aee398f8cf21" providerId="ADAL" clId="{293DFD53-17B9-47E5-A550-8AA23DA2A9AB}" dt="2025-11-27T11:46:41.807" v="8566" actId="21"/>
          <ac:spMkLst>
            <pc:docMk/>
            <pc:sldMk cId="2566891933" sldId="5319"/>
            <ac:spMk id="3" creationId="{26B12F86-30C1-417D-3103-EC27986FA6E8}"/>
          </ac:spMkLst>
        </pc:spChg>
        <pc:spChg chg="add mod">
          <ac:chgData name="Bailey Corder" userId="84599104-070e-4cc7-879c-aee398f8cf21" providerId="ADAL" clId="{293DFD53-17B9-47E5-A550-8AA23DA2A9AB}" dt="2025-11-27T11:47:14.288" v="8577" actId="21"/>
          <ac:spMkLst>
            <pc:docMk/>
            <pc:sldMk cId="2566891933" sldId="5319"/>
            <ac:spMk id="5" creationId="{CBE5C836-6B3E-999B-009B-4194855BAF46}"/>
          </ac:spMkLst>
        </pc:spChg>
      </pc:sldChg>
      <pc:sldChg chg="addSp delSp modSp new del mod">
        <pc:chgData name="Bailey Corder" userId="84599104-070e-4cc7-879c-aee398f8cf21" providerId="ADAL" clId="{293DFD53-17B9-47E5-A550-8AA23DA2A9AB}" dt="2025-11-27T12:10:13.521" v="10121" actId="47"/>
        <pc:sldMkLst>
          <pc:docMk/>
          <pc:sldMk cId="1362463778" sldId="5320"/>
        </pc:sldMkLst>
        <pc:spChg chg="mod">
          <ac:chgData name="Bailey Corder" userId="84599104-070e-4cc7-879c-aee398f8cf21" providerId="ADAL" clId="{293DFD53-17B9-47E5-A550-8AA23DA2A9AB}" dt="2025-11-27T11:49:33.273" v="8922" actId="20577"/>
          <ac:spMkLst>
            <pc:docMk/>
            <pc:sldMk cId="1362463778" sldId="5320"/>
            <ac:spMk id="2" creationId="{0A9D183F-05DE-98B7-3481-AE5B2D82C9CB}"/>
          </ac:spMkLst>
        </pc:spChg>
        <pc:spChg chg="del">
          <ac:chgData name="Bailey Corder" userId="84599104-070e-4cc7-879c-aee398f8cf21" providerId="ADAL" clId="{293DFD53-17B9-47E5-A550-8AA23DA2A9AB}" dt="2025-11-27T11:46:22.279" v="8560" actId="3680"/>
          <ac:spMkLst>
            <pc:docMk/>
            <pc:sldMk cId="1362463778" sldId="5320"/>
            <ac:spMk id="3" creationId="{1B810ABC-A790-18AC-EEAC-68AF9AACF8C9}"/>
          </ac:spMkLst>
        </pc:spChg>
        <pc:graphicFrameChg chg="add mod ord modGraphic">
          <ac:chgData name="Bailey Corder" userId="84599104-070e-4cc7-879c-aee398f8cf21" providerId="ADAL" clId="{293DFD53-17B9-47E5-A550-8AA23DA2A9AB}" dt="2025-11-27T11:49:26.258" v="8913" actId="12385"/>
          <ac:graphicFrameMkLst>
            <pc:docMk/>
            <pc:sldMk cId="1362463778" sldId="5320"/>
            <ac:graphicFrameMk id="5" creationId="{822CB711-AB82-5A9A-B985-6FA7DD21C05D}"/>
          </ac:graphicFrameMkLst>
        </pc:graphicFrameChg>
      </pc:sldChg>
      <pc:sldChg chg="addSp delSp modSp new mod">
        <pc:chgData name="Bailey Corder" userId="84599104-070e-4cc7-879c-aee398f8cf21" providerId="ADAL" clId="{293DFD53-17B9-47E5-A550-8AA23DA2A9AB}" dt="2025-11-27T14:01:47.336" v="13090" actId="113"/>
        <pc:sldMkLst>
          <pc:docMk/>
          <pc:sldMk cId="740391736" sldId="5321"/>
        </pc:sldMkLst>
        <pc:spChg chg="mod">
          <ac:chgData name="Bailey Corder" userId="84599104-070e-4cc7-879c-aee398f8cf21" providerId="ADAL" clId="{293DFD53-17B9-47E5-A550-8AA23DA2A9AB}" dt="2025-11-27T12:04:53.290" v="9433" actId="20577"/>
          <ac:spMkLst>
            <pc:docMk/>
            <pc:sldMk cId="740391736" sldId="5321"/>
            <ac:spMk id="5" creationId="{A522624A-CC03-C31C-A2F5-2DB58785F281}"/>
          </ac:spMkLst>
        </pc:spChg>
        <pc:spChg chg="mod">
          <ac:chgData name="Bailey Corder" userId="84599104-070e-4cc7-879c-aee398f8cf21" providerId="ADAL" clId="{293DFD53-17B9-47E5-A550-8AA23DA2A9AB}" dt="2025-11-27T14:01:47.336" v="13090" actId="113"/>
          <ac:spMkLst>
            <pc:docMk/>
            <pc:sldMk cId="740391736" sldId="5321"/>
            <ac:spMk id="6" creationId="{1D4F062F-0BB9-EF01-E00A-C492BABD324F}"/>
          </ac:spMkLst>
        </pc:spChg>
        <pc:spChg chg="del">
          <ac:chgData name="Bailey Corder" userId="84599104-070e-4cc7-879c-aee398f8cf21" providerId="ADAL" clId="{293DFD53-17B9-47E5-A550-8AA23DA2A9AB}" dt="2025-11-27T11:49:54.974" v="8924"/>
          <ac:spMkLst>
            <pc:docMk/>
            <pc:sldMk cId="740391736" sldId="5321"/>
            <ac:spMk id="7" creationId="{4D159227-F56B-858B-29B0-982CA96FB718}"/>
          </ac:spMkLst>
        </pc:spChg>
        <pc:spChg chg="add mod">
          <ac:chgData name="Bailey Corder" userId="84599104-070e-4cc7-879c-aee398f8cf21" providerId="ADAL" clId="{293DFD53-17B9-47E5-A550-8AA23DA2A9AB}" dt="2025-11-27T12:10:51.693" v="10126" actId="1076"/>
          <ac:spMkLst>
            <pc:docMk/>
            <pc:sldMk cId="740391736" sldId="5321"/>
            <ac:spMk id="9" creationId="{8CA4A95F-1C2E-9534-E087-71EB7E355567}"/>
          </ac:spMkLst>
        </pc:spChg>
        <pc:graphicFrameChg chg="add mod modGraphic">
          <ac:chgData name="Bailey Corder" userId="84599104-070e-4cc7-879c-aee398f8cf21" providerId="ADAL" clId="{293DFD53-17B9-47E5-A550-8AA23DA2A9AB}" dt="2025-11-27T12:10:41.394" v="10125" actId="1076"/>
          <ac:graphicFrameMkLst>
            <pc:docMk/>
            <pc:sldMk cId="740391736" sldId="5321"/>
            <ac:graphicFrameMk id="8" creationId="{FB9BA2DC-BB80-EF82-01B1-50CBF594F294}"/>
          </ac:graphicFrameMkLst>
        </pc:graphicFrameChg>
      </pc:sldChg>
      <pc:sldChg chg="addSp delSp modSp new mod ord">
        <pc:chgData name="Bailey Corder" userId="84599104-070e-4cc7-879c-aee398f8cf21" providerId="ADAL" clId="{293DFD53-17B9-47E5-A550-8AA23DA2A9AB}" dt="2025-11-27T13:24:39.469" v="11393" actId="20577"/>
        <pc:sldMkLst>
          <pc:docMk/>
          <pc:sldMk cId="4112830719" sldId="5322"/>
        </pc:sldMkLst>
        <pc:spChg chg="mod">
          <ac:chgData name="Bailey Corder" userId="84599104-070e-4cc7-879c-aee398f8cf21" providerId="ADAL" clId="{293DFD53-17B9-47E5-A550-8AA23DA2A9AB}" dt="2025-11-27T12:53:27.824" v="10822" actId="20577"/>
          <ac:spMkLst>
            <pc:docMk/>
            <pc:sldMk cId="4112830719" sldId="5322"/>
            <ac:spMk id="5" creationId="{127E4B19-54AF-347B-63E2-38FDECB9B863}"/>
          </ac:spMkLst>
        </pc:spChg>
        <pc:spChg chg="mod">
          <ac:chgData name="Bailey Corder" userId="84599104-070e-4cc7-879c-aee398f8cf21" providerId="ADAL" clId="{293DFD53-17B9-47E5-A550-8AA23DA2A9AB}" dt="2025-11-27T13:24:39.469" v="11393" actId="20577"/>
          <ac:spMkLst>
            <pc:docMk/>
            <pc:sldMk cId="4112830719" sldId="5322"/>
            <ac:spMk id="6" creationId="{DE35CBED-ECF1-3A26-66D8-65D8AA922CAD}"/>
          </ac:spMkLst>
        </pc:spChg>
        <pc:picChg chg="add mod">
          <ac:chgData name="Bailey Corder" userId="84599104-070e-4cc7-879c-aee398f8cf21" providerId="ADAL" clId="{293DFD53-17B9-47E5-A550-8AA23DA2A9AB}" dt="2025-11-27T12:58:35.679" v="11193" actId="14100"/>
          <ac:picMkLst>
            <pc:docMk/>
            <pc:sldMk cId="4112830719" sldId="5322"/>
            <ac:picMk id="8" creationId="{C921F2C8-F30D-0ED7-A7AC-D3F212A8B77D}"/>
          </ac:picMkLst>
        </pc:picChg>
        <pc:cxnChg chg="add del">
          <ac:chgData name="Bailey Corder" userId="84599104-070e-4cc7-879c-aee398f8cf21" providerId="ADAL" clId="{293DFD53-17B9-47E5-A550-8AA23DA2A9AB}" dt="2025-11-27T12:58:47.012" v="11195" actId="478"/>
          <ac:cxnSpMkLst>
            <pc:docMk/>
            <pc:sldMk cId="4112830719" sldId="5322"/>
            <ac:cxnSpMk id="10" creationId="{BE44F124-A79F-7961-3BF8-3143FB5B884C}"/>
          </ac:cxnSpMkLst>
        </pc:cxnChg>
        <pc:cxnChg chg="add mod">
          <ac:chgData name="Bailey Corder" userId="84599104-070e-4cc7-879c-aee398f8cf21" providerId="ADAL" clId="{293DFD53-17B9-47E5-A550-8AA23DA2A9AB}" dt="2025-11-27T12:59:06.401" v="11200" actId="1076"/>
          <ac:cxnSpMkLst>
            <pc:docMk/>
            <pc:sldMk cId="4112830719" sldId="5322"/>
            <ac:cxnSpMk id="12" creationId="{C4406B3D-B5CF-4123-2F82-E469630E917B}"/>
          </ac:cxnSpMkLst>
        </pc:cxnChg>
        <pc:cxnChg chg="add mod">
          <ac:chgData name="Bailey Corder" userId="84599104-070e-4cc7-879c-aee398f8cf21" providerId="ADAL" clId="{293DFD53-17B9-47E5-A550-8AA23DA2A9AB}" dt="2025-11-27T12:59:01.819" v="11199" actId="1076"/>
          <ac:cxnSpMkLst>
            <pc:docMk/>
            <pc:sldMk cId="4112830719" sldId="5322"/>
            <ac:cxnSpMk id="13" creationId="{F7C1091F-123A-3F7A-6070-B11047DF07BD}"/>
          </ac:cxnSpMkLst>
        </pc:cxnChg>
      </pc:sldChg>
      <pc:sldChg chg="addSp modSp new mod">
        <pc:chgData name="Bailey Corder" userId="84599104-070e-4cc7-879c-aee398f8cf21" providerId="ADAL" clId="{293DFD53-17B9-47E5-A550-8AA23DA2A9AB}" dt="2025-11-27T14:02:51.369" v="13161" actId="113"/>
        <pc:sldMkLst>
          <pc:docMk/>
          <pc:sldMk cId="2012574986" sldId="5323"/>
        </pc:sldMkLst>
        <pc:spChg chg="mod">
          <ac:chgData name="Bailey Corder" userId="84599104-070e-4cc7-879c-aee398f8cf21" providerId="ADAL" clId="{293DFD53-17B9-47E5-A550-8AA23DA2A9AB}" dt="2025-11-27T13:22:57.509" v="11218" actId="20577"/>
          <ac:spMkLst>
            <pc:docMk/>
            <pc:sldMk cId="2012574986" sldId="5323"/>
            <ac:spMk id="5" creationId="{63BF341F-DE60-546A-7ECF-6FEB6AD57C2C}"/>
          </ac:spMkLst>
        </pc:spChg>
        <pc:spChg chg="mod">
          <ac:chgData name="Bailey Corder" userId="84599104-070e-4cc7-879c-aee398f8cf21" providerId="ADAL" clId="{293DFD53-17B9-47E5-A550-8AA23DA2A9AB}" dt="2025-11-27T14:02:51.369" v="13161" actId="113"/>
          <ac:spMkLst>
            <pc:docMk/>
            <pc:sldMk cId="2012574986" sldId="5323"/>
            <ac:spMk id="6" creationId="{AAA64CAE-FB4F-1D40-C3FE-C526FD9B40CC}"/>
          </ac:spMkLst>
        </pc:spChg>
        <pc:picChg chg="add mod">
          <ac:chgData name="Bailey Corder" userId="84599104-070e-4cc7-879c-aee398f8cf21" providerId="ADAL" clId="{293DFD53-17B9-47E5-A550-8AA23DA2A9AB}" dt="2025-11-27T13:24:16.647" v="11387" actId="1076"/>
          <ac:picMkLst>
            <pc:docMk/>
            <pc:sldMk cId="2012574986" sldId="5323"/>
            <ac:picMk id="8" creationId="{C9CCD530-DF17-0FF5-7282-C00B6A2CEE07}"/>
          </ac:picMkLst>
        </pc:picChg>
        <pc:cxnChg chg="add mod">
          <ac:chgData name="Bailey Corder" userId="84599104-070e-4cc7-879c-aee398f8cf21" providerId="ADAL" clId="{293DFD53-17B9-47E5-A550-8AA23DA2A9AB}" dt="2025-11-27T13:24:25.839" v="11389" actId="1076"/>
          <ac:cxnSpMkLst>
            <pc:docMk/>
            <pc:sldMk cId="2012574986" sldId="5323"/>
            <ac:cxnSpMk id="9" creationId="{38CE15E8-1508-0EF4-0CB4-0C9A849519E6}"/>
          </ac:cxnSpMkLst>
        </pc:cxnChg>
        <pc:cxnChg chg="add mod">
          <ac:chgData name="Bailey Corder" userId="84599104-070e-4cc7-879c-aee398f8cf21" providerId="ADAL" clId="{293DFD53-17B9-47E5-A550-8AA23DA2A9AB}" dt="2025-11-27T13:24:30.848" v="11391" actId="1076"/>
          <ac:cxnSpMkLst>
            <pc:docMk/>
            <pc:sldMk cId="2012574986" sldId="5323"/>
            <ac:cxnSpMk id="10" creationId="{48CF06B0-C3E5-E110-5DCE-E21D7DBC1CF8}"/>
          </ac:cxnSpMkLst>
        </pc:cxnChg>
      </pc:sldChg>
      <pc:sldChg chg="addSp modSp new mod">
        <pc:chgData name="Bailey Corder" userId="84599104-070e-4cc7-879c-aee398f8cf21" providerId="ADAL" clId="{293DFD53-17B9-47E5-A550-8AA23DA2A9AB}" dt="2025-11-27T14:03:25.781" v="13165" actId="113"/>
        <pc:sldMkLst>
          <pc:docMk/>
          <pc:sldMk cId="3746043519" sldId="5324"/>
        </pc:sldMkLst>
        <pc:spChg chg="mod">
          <ac:chgData name="Bailey Corder" userId="84599104-070e-4cc7-879c-aee398f8cf21" providerId="ADAL" clId="{293DFD53-17B9-47E5-A550-8AA23DA2A9AB}" dt="2025-11-27T13:25:08.340" v="11418" actId="20577"/>
          <ac:spMkLst>
            <pc:docMk/>
            <pc:sldMk cId="3746043519" sldId="5324"/>
            <ac:spMk id="5" creationId="{34FB67BC-9F99-8E70-CAA7-1B60F81E19D0}"/>
          </ac:spMkLst>
        </pc:spChg>
        <pc:spChg chg="mod">
          <ac:chgData name="Bailey Corder" userId="84599104-070e-4cc7-879c-aee398f8cf21" providerId="ADAL" clId="{293DFD53-17B9-47E5-A550-8AA23DA2A9AB}" dt="2025-11-27T14:03:07.155" v="13162" actId="113"/>
          <ac:spMkLst>
            <pc:docMk/>
            <pc:sldMk cId="3746043519" sldId="5324"/>
            <ac:spMk id="6" creationId="{F8C0B1C5-D634-7C69-3D4F-CEE21DB7CF4D}"/>
          </ac:spMkLst>
        </pc:spChg>
        <pc:spChg chg="add mod">
          <ac:chgData name="Bailey Corder" userId="84599104-070e-4cc7-879c-aee398f8cf21" providerId="ADAL" clId="{293DFD53-17B9-47E5-A550-8AA23DA2A9AB}" dt="2025-11-27T14:03:25.781" v="13165" actId="113"/>
          <ac:spMkLst>
            <pc:docMk/>
            <pc:sldMk cId="3746043519" sldId="5324"/>
            <ac:spMk id="10" creationId="{33EBE6D4-63F4-B77A-F966-2C434F1395A1}"/>
          </ac:spMkLst>
        </pc:spChg>
        <pc:spChg chg="add mod">
          <ac:chgData name="Bailey Corder" userId="84599104-070e-4cc7-879c-aee398f8cf21" providerId="ADAL" clId="{293DFD53-17B9-47E5-A550-8AA23DA2A9AB}" dt="2025-11-27T13:38:33.324" v="12163" actId="14100"/>
          <ac:spMkLst>
            <pc:docMk/>
            <pc:sldMk cId="3746043519" sldId="5324"/>
            <ac:spMk id="11" creationId="{F7C101C9-CB08-943B-81CB-08BBC710EE73}"/>
          </ac:spMkLst>
        </pc:spChg>
        <pc:spChg chg="add mod">
          <ac:chgData name="Bailey Corder" userId="84599104-070e-4cc7-879c-aee398f8cf21" providerId="ADAL" clId="{293DFD53-17B9-47E5-A550-8AA23DA2A9AB}" dt="2025-11-27T13:38:28.654" v="12161"/>
          <ac:spMkLst>
            <pc:docMk/>
            <pc:sldMk cId="3746043519" sldId="5324"/>
            <ac:spMk id="12" creationId="{29B08465-32FC-6143-A5B6-9DCDDA27630D}"/>
          </ac:spMkLst>
        </pc:spChg>
        <pc:spChg chg="add mod">
          <ac:chgData name="Bailey Corder" userId="84599104-070e-4cc7-879c-aee398f8cf21" providerId="ADAL" clId="{293DFD53-17B9-47E5-A550-8AA23DA2A9AB}" dt="2025-11-27T13:38:37.391" v="12165" actId="1076"/>
          <ac:spMkLst>
            <pc:docMk/>
            <pc:sldMk cId="3746043519" sldId="5324"/>
            <ac:spMk id="13" creationId="{AF7953F2-7B4B-8314-6D70-2E16325A3B15}"/>
          </ac:spMkLst>
        </pc:spChg>
        <pc:picChg chg="add mod">
          <ac:chgData name="Bailey Corder" userId="84599104-070e-4cc7-879c-aee398f8cf21" providerId="ADAL" clId="{293DFD53-17B9-47E5-A550-8AA23DA2A9AB}" dt="2025-11-27T13:37:26.189" v="12003" actId="1076"/>
          <ac:picMkLst>
            <pc:docMk/>
            <pc:sldMk cId="3746043519" sldId="5324"/>
            <ac:picMk id="9" creationId="{0DCD7D9B-8BB0-A3C1-DA3B-99158A05B3A8}"/>
          </ac:picMkLst>
        </pc:picChg>
        <pc:cxnChg chg="add mod">
          <ac:chgData name="Bailey Corder" userId="84599104-070e-4cc7-879c-aee398f8cf21" providerId="ADAL" clId="{293DFD53-17B9-47E5-A550-8AA23DA2A9AB}" dt="2025-11-27T13:34:42.143" v="11680"/>
          <ac:cxnSpMkLst>
            <pc:docMk/>
            <pc:sldMk cId="3746043519" sldId="5324"/>
            <ac:cxnSpMk id="7" creationId="{084E72F2-7220-5C98-CDB2-514F556C2544}"/>
          </ac:cxnSpMkLst>
        </pc:cxnChg>
      </pc:sldChg>
      <pc:sldChg chg="addSp modSp new mod">
        <pc:chgData name="Bailey Corder" userId="84599104-070e-4cc7-879c-aee398f8cf21" providerId="ADAL" clId="{293DFD53-17B9-47E5-A550-8AA23DA2A9AB}" dt="2025-11-27T14:03:57.759" v="13275" actId="20577"/>
        <pc:sldMkLst>
          <pc:docMk/>
          <pc:sldMk cId="776859764" sldId="5325"/>
        </pc:sldMkLst>
        <pc:spChg chg="mod">
          <ac:chgData name="Bailey Corder" userId="84599104-070e-4cc7-879c-aee398f8cf21" providerId="ADAL" clId="{293DFD53-17B9-47E5-A550-8AA23DA2A9AB}" dt="2025-11-27T13:39:01.627" v="12183" actId="20577"/>
          <ac:spMkLst>
            <pc:docMk/>
            <pc:sldMk cId="776859764" sldId="5325"/>
            <ac:spMk id="5" creationId="{AD0D5CA6-3C4A-44AF-0071-09A2E6D01DFA}"/>
          </ac:spMkLst>
        </pc:spChg>
        <pc:spChg chg="mod">
          <ac:chgData name="Bailey Corder" userId="84599104-070e-4cc7-879c-aee398f8cf21" providerId="ADAL" clId="{293DFD53-17B9-47E5-A550-8AA23DA2A9AB}" dt="2025-11-27T14:03:57.759" v="13275" actId="20577"/>
          <ac:spMkLst>
            <pc:docMk/>
            <pc:sldMk cId="776859764" sldId="5325"/>
            <ac:spMk id="6" creationId="{10B1ADBC-9894-B186-6169-C239D24110B7}"/>
          </ac:spMkLst>
        </pc:spChg>
        <pc:spChg chg="add mod">
          <ac:chgData name="Bailey Corder" userId="84599104-070e-4cc7-879c-aee398f8cf21" providerId="ADAL" clId="{293DFD53-17B9-47E5-A550-8AA23DA2A9AB}" dt="2025-11-27T13:42:51.091" v="12572" actId="208"/>
          <ac:spMkLst>
            <pc:docMk/>
            <pc:sldMk cId="776859764" sldId="5325"/>
            <ac:spMk id="9" creationId="{02498C61-12B3-60BB-1639-A86CD64BC60C}"/>
          </ac:spMkLst>
        </pc:spChg>
        <pc:picChg chg="add mod">
          <ac:chgData name="Bailey Corder" userId="84599104-070e-4cc7-879c-aee398f8cf21" providerId="ADAL" clId="{293DFD53-17B9-47E5-A550-8AA23DA2A9AB}" dt="2025-11-27T13:42:15.538" v="12442" actId="1076"/>
          <ac:picMkLst>
            <pc:docMk/>
            <pc:sldMk cId="776859764" sldId="5325"/>
            <ac:picMk id="8" creationId="{B4FE1A55-153A-BF33-2790-9893BF3BDE29}"/>
          </ac:picMkLst>
        </pc:picChg>
      </pc:sldChg>
      <pc:sldMasterChg chg="del delSldLayout">
        <pc:chgData name="Bailey Corder" userId="84599104-070e-4cc7-879c-aee398f8cf21" providerId="ADAL" clId="{293DFD53-17B9-47E5-A550-8AA23DA2A9AB}" dt="2025-11-27T10:04:20.729" v="201" actId="47"/>
        <pc:sldMasterMkLst>
          <pc:docMk/>
          <pc:sldMasterMk cId="2202932405" sldId="2147483736"/>
        </pc:sldMasterMkLst>
        <pc:sldLayoutChg chg="del">
          <pc:chgData name="Bailey Corder" userId="84599104-070e-4cc7-879c-aee398f8cf21" providerId="ADAL" clId="{293DFD53-17B9-47E5-A550-8AA23DA2A9AB}" dt="2025-11-27T10:04:20.729" v="201" actId="47"/>
          <pc:sldLayoutMkLst>
            <pc:docMk/>
            <pc:sldMasterMk cId="2202932405" sldId="2147483736"/>
            <pc:sldLayoutMk cId="481316888" sldId="2147483737"/>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1206683585" sldId="2147483738"/>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508194753" sldId="2147483739"/>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2570176106" sldId="2147483740"/>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3698163021" sldId="2147483741"/>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3559727134" sldId="2147483742"/>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1400382184" sldId="2147483743"/>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2389061680" sldId="2147483744"/>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2330082989" sldId="2147483745"/>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2636373222" sldId="2147483746"/>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3415389001" sldId="2147483747"/>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2076536811" sldId="2147483748"/>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2802113528" sldId="2147483749"/>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2888721237" sldId="2147483750"/>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289044877" sldId="2147483751"/>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3208821363" sldId="2147483752"/>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1003427516" sldId="2147483753"/>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4220695952" sldId="2147483754"/>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3690500091" sldId="2147483755"/>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2153082229" sldId="2147483756"/>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2193351868" sldId="2147483757"/>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1152984631" sldId="2147483758"/>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1911247118" sldId="2147483759"/>
          </pc:sldLayoutMkLst>
        </pc:sldLayoutChg>
        <pc:sldLayoutChg chg="del">
          <pc:chgData name="Bailey Corder" userId="84599104-070e-4cc7-879c-aee398f8cf21" providerId="ADAL" clId="{293DFD53-17B9-47E5-A550-8AA23DA2A9AB}" dt="2025-11-27T10:04:20.729" v="201" actId="47"/>
          <pc:sldLayoutMkLst>
            <pc:docMk/>
            <pc:sldMasterMk cId="2202932405" sldId="2147483736"/>
            <pc:sldLayoutMk cId="1193337640" sldId="21474837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5EECA0-F23F-404C-BA9F-225F07E364F7}" type="datetimeFigureOut">
              <a:rPr lang="en-ZA" smtClean="0"/>
              <a:t>2025/11/27</a:t>
            </a:fld>
            <a:endParaRPr lang="en-Z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FEC3E-5744-43F0-AE92-A33C10A2275F}" type="slidenum">
              <a:rPr lang="en-ZA" smtClean="0"/>
              <a:t>‹#›</a:t>
            </a:fld>
            <a:endParaRPr lang="en-ZA" dirty="0"/>
          </a:p>
        </p:txBody>
      </p:sp>
    </p:spTree>
    <p:extLst>
      <p:ext uri="{BB962C8B-B14F-4D97-AF65-F5344CB8AC3E}">
        <p14:creationId xmlns:p14="http://schemas.microsoft.com/office/powerpoint/2010/main" val="46784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yle 1: Contents slid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320103-BD33-5E4F-CFC1-A53282A7D77A}"/>
              </a:ext>
            </a:extLst>
          </p:cNvPr>
          <p:cNvSpPr>
            <a:spLocks noGrp="1"/>
          </p:cNvSpPr>
          <p:nvPr>
            <p:ph type="sldNum" sz="quarter" idx="10"/>
          </p:nvPr>
        </p:nvSpPr>
        <p:spPr/>
        <p:txBody>
          <a:bodyPr/>
          <a:lstStyle/>
          <a:p>
            <a:fld id="{303BB4E7-ECF0-48C2-8E8B-35EF4BB93775}" type="slidenum">
              <a:rPr lang="en-ZA" smtClean="0"/>
              <a:pPr/>
              <a:t>‹#›</a:t>
            </a:fld>
            <a:endParaRPr lang="en-ZA" dirty="0"/>
          </a:p>
        </p:txBody>
      </p:sp>
      <p:sp>
        <p:nvSpPr>
          <p:cNvPr id="4" name="Text Placeholder 17">
            <a:extLst>
              <a:ext uri="{FF2B5EF4-FFF2-40B4-BE49-F238E27FC236}">
                <a16:creationId xmlns:a16="http://schemas.microsoft.com/office/drawing/2014/main" id="{13E947E9-0B2B-9F13-AE07-0D85FFC1A21A}"/>
              </a:ext>
            </a:extLst>
          </p:cNvPr>
          <p:cNvSpPr>
            <a:spLocks noGrp="1"/>
          </p:cNvSpPr>
          <p:nvPr>
            <p:ph type="body" sz="quarter" idx="13"/>
          </p:nvPr>
        </p:nvSpPr>
        <p:spPr>
          <a:xfrm>
            <a:off x="334963" y="242452"/>
            <a:ext cx="3762375" cy="124650"/>
          </a:xfrm>
          <a:noFill/>
        </p:spPr>
        <p:txBody>
          <a:bodyPr wrap="square" lIns="0" tIns="0" rIns="0" bIns="0" rtlCol="0">
            <a:spAutoFit/>
          </a:bodyPr>
          <a:lstStyle>
            <a:lvl1pPr marL="0" indent="0">
              <a:buNone/>
              <a:defRPr lang="en-ZA" sz="900" dirty="0">
                <a:solidFill>
                  <a:schemeClr val="tx2"/>
                </a:solidFill>
              </a:defRPr>
            </a:lvl1pPr>
          </a:lstStyle>
          <a:p>
            <a:pPr marL="0" lvl="0"/>
            <a:r>
              <a:rPr lang="en-US" dirty="0"/>
              <a:t>Click to edit Master text</a:t>
            </a:r>
            <a:endParaRPr lang="en-ZA" dirty="0"/>
          </a:p>
        </p:txBody>
      </p:sp>
      <p:sp>
        <p:nvSpPr>
          <p:cNvPr id="5" name="Text Placeholder 17">
            <a:extLst>
              <a:ext uri="{FF2B5EF4-FFF2-40B4-BE49-F238E27FC236}">
                <a16:creationId xmlns:a16="http://schemas.microsoft.com/office/drawing/2014/main" id="{D3F2693F-5A3D-99C1-BCF0-6A1AA1E0E1CD}"/>
              </a:ext>
            </a:extLst>
          </p:cNvPr>
          <p:cNvSpPr>
            <a:spLocks noGrp="1"/>
          </p:cNvSpPr>
          <p:nvPr>
            <p:ph type="body" sz="quarter" idx="14"/>
          </p:nvPr>
        </p:nvSpPr>
        <p:spPr>
          <a:xfrm>
            <a:off x="8094665" y="229313"/>
            <a:ext cx="3762375" cy="124650"/>
          </a:xfrm>
          <a:noFill/>
        </p:spPr>
        <p:txBody>
          <a:bodyPr wrap="square" lIns="0" tIns="0" rIns="0" bIns="0" rtlCol="0">
            <a:spAutoFit/>
          </a:bodyPr>
          <a:lstStyle>
            <a:lvl1pPr marL="0" indent="0" algn="r">
              <a:buNone/>
              <a:defRPr lang="en-ZA" sz="900" dirty="0">
                <a:solidFill>
                  <a:schemeClr val="tx2"/>
                </a:solidFill>
              </a:defRPr>
            </a:lvl1pPr>
          </a:lstStyle>
          <a:p>
            <a:pPr marL="0" lvl="0"/>
            <a:r>
              <a:rPr lang="en-US" dirty="0"/>
              <a:t>Click to edit Master text</a:t>
            </a:r>
            <a:endParaRPr lang="en-ZA" dirty="0"/>
          </a:p>
        </p:txBody>
      </p:sp>
      <p:sp>
        <p:nvSpPr>
          <p:cNvPr id="6" name="Linie">
            <a:extLst>
              <a:ext uri="{FF2B5EF4-FFF2-40B4-BE49-F238E27FC236}">
                <a16:creationId xmlns:a16="http://schemas.microsoft.com/office/drawing/2014/main" id="{D560B2F9-B18A-C49E-4AD8-D70A183A6CD9}"/>
              </a:ext>
            </a:extLst>
          </p:cNvPr>
          <p:cNvSpPr/>
          <p:nvPr userDrawn="1"/>
        </p:nvSpPr>
        <p:spPr>
          <a:xfrm flipV="1">
            <a:off x="682624" y="1292469"/>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sp>
        <p:nvSpPr>
          <p:cNvPr id="7" name="Text Placeholder 15">
            <a:extLst>
              <a:ext uri="{FF2B5EF4-FFF2-40B4-BE49-F238E27FC236}">
                <a16:creationId xmlns:a16="http://schemas.microsoft.com/office/drawing/2014/main" id="{5DA759FE-0103-557E-001D-C4DA8BFBC348}"/>
              </a:ext>
            </a:extLst>
          </p:cNvPr>
          <p:cNvSpPr>
            <a:spLocks noGrp="1"/>
          </p:cNvSpPr>
          <p:nvPr>
            <p:ph type="body" sz="quarter" idx="12"/>
          </p:nvPr>
        </p:nvSpPr>
        <p:spPr>
          <a:xfrm>
            <a:off x="682625" y="698760"/>
            <a:ext cx="10825163" cy="368512"/>
          </a:xfrm>
        </p:spPr>
        <p:txBody>
          <a:bodyPr lIns="0" tIns="0" bIns="0">
            <a:normAutofit/>
          </a:bodyPr>
          <a:lstStyle>
            <a:lvl1pPr marL="0" indent="0">
              <a:buNone/>
              <a:defRPr sz="3000" b="1" cap="all" baseline="0">
                <a:solidFill>
                  <a:schemeClr val="tx2"/>
                </a:solidFill>
                <a:latin typeface="Avenir Next LT Pro" panose="020B0504020202020204" pitchFamily="34" charset="0"/>
              </a:defRPr>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07060F9E-4B27-DC10-E7C8-7BA3DAD8548A}"/>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BFF60522-66D8-83C9-83CE-F2193683C77E}"/>
              </a:ext>
            </a:extLst>
          </p:cNvPr>
          <p:cNvSpPr>
            <a:spLocks noGrp="1"/>
          </p:cNvSpPr>
          <p:nvPr>
            <p:ph idx="1"/>
          </p:nvPr>
        </p:nvSpPr>
        <p:spPr>
          <a:xfrm>
            <a:off x="684000" y="2033671"/>
            <a:ext cx="7118563" cy="4143291"/>
          </a:xfrm>
        </p:spPr>
        <p:txBody>
          <a:bodyPr>
            <a:normAutofit/>
          </a:bodyPr>
          <a:lstStyle>
            <a:lvl1pPr marL="0" indent="0">
              <a:lnSpc>
                <a:spcPct val="100000"/>
              </a:lnSpc>
              <a:spcBef>
                <a:spcPts val="0"/>
              </a:spcBef>
              <a:spcAft>
                <a:spcPts val="1400"/>
              </a:spcAft>
              <a:buClr>
                <a:schemeClr val="tx2"/>
              </a:buClr>
              <a:buFont typeface="Wingdings" panose="05000000000000000000" pitchFamily="2" charset="2"/>
              <a:buNone/>
              <a:defRPr sz="1400"/>
            </a:lvl1pPr>
            <a:lvl2pPr marL="219075" indent="0">
              <a:buClr>
                <a:schemeClr val="tx2"/>
              </a:buClr>
              <a:buFont typeface="Wingdings" panose="05000000000000000000" pitchFamily="2" charset="2"/>
              <a:buNone/>
              <a:defRPr sz="1400"/>
            </a:lvl2pPr>
            <a:lvl3pPr marL="215900" indent="0">
              <a:buClr>
                <a:schemeClr val="tx2"/>
              </a:buClr>
              <a:buFont typeface="Wingdings" panose="05000000000000000000" pitchFamily="2" charset="2"/>
              <a:buNone/>
              <a:defRPr sz="1400"/>
            </a:lvl3pPr>
            <a:lvl4pPr>
              <a:defRPr/>
            </a:lvl4pPr>
          </a:lstStyle>
          <a:p>
            <a:pPr lvl="0"/>
            <a:r>
              <a:rPr lang="en-US" dirty="0"/>
              <a:t>Click to edit Master text styles</a:t>
            </a:r>
          </a:p>
        </p:txBody>
      </p:sp>
      <p:sp>
        <p:nvSpPr>
          <p:cNvPr id="2" name="Content Placeholder 2">
            <a:extLst>
              <a:ext uri="{FF2B5EF4-FFF2-40B4-BE49-F238E27FC236}">
                <a16:creationId xmlns:a16="http://schemas.microsoft.com/office/drawing/2014/main" id="{333E4C68-66F1-1274-2474-C795DAB17B24}"/>
              </a:ext>
            </a:extLst>
          </p:cNvPr>
          <p:cNvSpPr>
            <a:spLocks noGrp="1"/>
          </p:cNvSpPr>
          <p:nvPr>
            <p:ph idx="15"/>
          </p:nvPr>
        </p:nvSpPr>
        <p:spPr>
          <a:xfrm>
            <a:off x="8094665" y="2039250"/>
            <a:ext cx="635000" cy="4143291"/>
          </a:xfrm>
        </p:spPr>
        <p:txBody>
          <a:bodyPr>
            <a:normAutofit/>
          </a:bodyPr>
          <a:lstStyle>
            <a:lvl1pPr marL="0" indent="0">
              <a:lnSpc>
                <a:spcPct val="100000"/>
              </a:lnSpc>
              <a:spcBef>
                <a:spcPts val="0"/>
              </a:spcBef>
              <a:spcAft>
                <a:spcPts val="1400"/>
              </a:spcAft>
              <a:buClr>
                <a:schemeClr val="tx2"/>
              </a:buClr>
              <a:buFont typeface="Wingdings" panose="05000000000000000000" pitchFamily="2" charset="2"/>
              <a:buNone/>
              <a:defRPr sz="1400"/>
            </a:lvl1pPr>
            <a:lvl2pPr marL="219075" indent="0">
              <a:buClr>
                <a:schemeClr val="tx2"/>
              </a:buClr>
              <a:buFont typeface="Wingdings" panose="05000000000000000000" pitchFamily="2" charset="2"/>
              <a:buNone/>
              <a:defRPr sz="1400"/>
            </a:lvl2pPr>
            <a:lvl3pPr marL="215900" indent="0">
              <a:buClr>
                <a:schemeClr val="tx2"/>
              </a:buClr>
              <a:buFont typeface="Wingdings" panose="05000000000000000000" pitchFamily="2" charset="2"/>
              <a:buNone/>
              <a:defRPr sz="1400"/>
            </a:lvl3pPr>
            <a:lvl4pPr>
              <a:defRPr/>
            </a:lvl4pPr>
          </a:lstStyle>
          <a:p>
            <a:pPr lvl="0"/>
            <a:r>
              <a:rPr lang="en-US" dirty="0"/>
              <a:t>Click to edit Master text styles</a:t>
            </a:r>
          </a:p>
        </p:txBody>
      </p:sp>
    </p:spTree>
    <p:extLst>
      <p:ext uri="{BB962C8B-B14F-4D97-AF65-F5344CB8AC3E}">
        <p14:creationId xmlns:p14="http://schemas.microsoft.com/office/powerpoint/2010/main" val="1058511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yle 1: Title and Content ">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320103-BD33-5E4F-CFC1-A53282A7D77A}"/>
              </a:ext>
            </a:extLst>
          </p:cNvPr>
          <p:cNvSpPr>
            <a:spLocks noGrp="1"/>
          </p:cNvSpPr>
          <p:nvPr>
            <p:ph type="sldNum" sz="quarter" idx="10"/>
          </p:nvPr>
        </p:nvSpPr>
        <p:spPr/>
        <p:txBody>
          <a:bodyPr/>
          <a:lstStyle/>
          <a:p>
            <a:fld id="{303BB4E7-ECF0-48C2-8E8B-35EF4BB93775}" type="slidenum">
              <a:rPr lang="en-ZA" smtClean="0"/>
              <a:pPr/>
              <a:t>‹#›</a:t>
            </a:fld>
            <a:endParaRPr lang="en-ZA" dirty="0"/>
          </a:p>
        </p:txBody>
      </p:sp>
      <p:sp>
        <p:nvSpPr>
          <p:cNvPr id="4" name="Text Placeholder 17">
            <a:extLst>
              <a:ext uri="{FF2B5EF4-FFF2-40B4-BE49-F238E27FC236}">
                <a16:creationId xmlns:a16="http://schemas.microsoft.com/office/drawing/2014/main" id="{13E947E9-0B2B-9F13-AE07-0D85FFC1A21A}"/>
              </a:ext>
            </a:extLst>
          </p:cNvPr>
          <p:cNvSpPr>
            <a:spLocks noGrp="1"/>
          </p:cNvSpPr>
          <p:nvPr>
            <p:ph type="body" sz="quarter" idx="13"/>
          </p:nvPr>
        </p:nvSpPr>
        <p:spPr>
          <a:xfrm>
            <a:off x="334963" y="242452"/>
            <a:ext cx="3762375" cy="124650"/>
          </a:xfrm>
          <a:noFill/>
        </p:spPr>
        <p:txBody>
          <a:bodyPr wrap="square" lIns="0" tIns="0" rIns="0" bIns="0" rtlCol="0">
            <a:spAutoFit/>
          </a:bodyPr>
          <a:lstStyle>
            <a:lvl1pPr marL="0" indent="0">
              <a:buNone/>
              <a:defRPr lang="en-ZA" sz="900" dirty="0">
                <a:solidFill>
                  <a:schemeClr val="tx2"/>
                </a:solidFill>
              </a:defRPr>
            </a:lvl1pPr>
          </a:lstStyle>
          <a:p>
            <a:pPr marL="0" lvl="0"/>
            <a:r>
              <a:rPr lang="en-US" dirty="0"/>
              <a:t>Click to edit Master text</a:t>
            </a:r>
            <a:endParaRPr lang="en-ZA" dirty="0"/>
          </a:p>
        </p:txBody>
      </p:sp>
      <p:sp>
        <p:nvSpPr>
          <p:cNvPr id="5" name="Text Placeholder 17">
            <a:extLst>
              <a:ext uri="{FF2B5EF4-FFF2-40B4-BE49-F238E27FC236}">
                <a16:creationId xmlns:a16="http://schemas.microsoft.com/office/drawing/2014/main" id="{D3F2693F-5A3D-99C1-BCF0-6A1AA1E0E1CD}"/>
              </a:ext>
            </a:extLst>
          </p:cNvPr>
          <p:cNvSpPr>
            <a:spLocks noGrp="1"/>
          </p:cNvSpPr>
          <p:nvPr>
            <p:ph type="body" sz="quarter" idx="14"/>
          </p:nvPr>
        </p:nvSpPr>
        <p:spPr>
          <a:xfrm>
            <a:off x="8094665" y="229313"/>
            <a:ext cx="3762375" cy="124650"/>
          </a:xfrm>
          <a:noFill/>
        </p:spPr>
        <p:txBody>
          <a:bodyPr wrap="square" lIns="0" tIns="0" rIns="0" bIns="0" rtlCol="0">
            <a:spAutoFit/>
          </a:bodyPr>
          <a:lstStyle>
            <a:lvl1pPr marL="0" indent="0" algn="r">
              <a:buNone/>
              <a:defRPr lang="en-ZA" sz="900" dirty="0">
                <a:solidFill>
                  <a:schemeClr val="tx2"/>
                </a:solidFill>
              </a:defRPr>
            </a:lvl1pPr>
          </a:lstStyle>
          <a:p>
            <a:pPr marL="0" lvl="0"/>
            <a:r>
              <a:rPr lang="en-US" dirty="0"/>
              <a:t>Click to edit Master text</a:t>
            </a:r>
            <a:endParaRPr lang="en-ZA" dirty="0"/>
          </a:p>
        </p:txBody>
      </p:sp>
      <p:sp>
        <p:nvSpPr>
          <p:cNvPr id="6" name="Linie">
            <a:extLst>
              <a:ext uri="{FF2B5EF4-FFF2-40B4-BE49-F238E27FC236}">
                <a16:creationId xmlns:a16="http://schemas.microsoft.com/office/drawing/2014/main" id="{D560B2F9-B18A-C49E-4AD8-D70A183A6CD9}"/>
              </a:ext>
            </a:extLst>
          </p:cNvPr>
          <p:cNvSpPr/>
          <p:nvPr userDrawn="1"/>
        </p:nvSpPr>
        <p:spPr>
          <a:xfrm flipV="1">
            <a:off x="682624" y="1292469"/>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sp>
        <p:nvSpPr>
          <p:cNvPr id="7" name="Text Placeholder 15">
            <a:extLst>
              <a:ext uri="{FF2B5EF4-FFF2-40B4-BE49-F238E27FC236}">
                <a16:creationId xmlns:a16="http://schemas.microsoft.com/office/drawing/2014/main" id="{5DA759FE-0103-557E-001D-C4DA8BFBC348}"/>
              </a:ext>
            </a:extLst>
          </p:cNvPr>
          <p:cNvSpPr>
            <a:spLocks noGrp="1"/>
          </p:cNvSpPr>
          <p:nvPr>
            <p:ph type="body" sz="quarter" idx="12"/>
          </p:nvPr>
        </p:nvSpPr>
        <p:spPr>
          <a:xfrm>
            <a:off x="682625" y="698760"/>
            <a:ext cx="10825163" cy="368512"/>
          </a:xfrm>
        </p:spPr>
        <p:txBody>
          <a:bodyPr lIns="0" tIns="0" bIns="0">
            <a:normAutofit/>
          </a:bodyPr>
          <a:lstStyle>
            <a:lvl1pPr marL="0" indent="0">
              <a:buNone/>
              <a:defRPr sz="3000" b="1" cap="all" baseline="0">
                <a:solidFill>
                  <a:schemeClr val="tx2"/>
                </a:solidFill>
                <a:latin typeface="Avenir Next LT Pro" panose="020B0504020202020204" pitchFamily="34" charset="0"/>
              </a:defRPr>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07060F9E-4B27-DC10-E7C8-7BA3DAD8548A}"/>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BFF60522-66D8-83C9-83CE-F2193683C77E}"/>
              </a:ext>
            </a:extLst>
          </p:cNvPr>
          <p:cNvSpPr>
            <a:spLocks noGrp="1"/>
          </p:cNvSpPr>
          <p:nvPr>
            <p:ph idx="1"/>
          </p:nvPr>
        </p:nvSpPr>
        <p:spPr>
          <a:xfrm>
            <a:off x="684000" y="2033671"/>
            <a:ext cx="10823788" cy="4143291"/>
          </a:xfrm>
        </p:spPr>
        <p:txBody>
          <a:bodyPr/>
          <a:lstStyle>
            <a:lvl1pPr marL="342900" indent="-342900">
              <a:lnSpc>
                <a:spcPct val="100000"/>
              </a:lnSpc>
              <a:buClr>
                <a:schemeClr val="tx2"/>
              </a:buClr>
              <a:buFont typeface="Wingdings" panose="05000000000000000000" pitchFamily="2" charset="2"/>
              <a:buChar char="§"/>
              <a:defRPr/>
            </a:lvl1pPr>
            <a:lvl2pPr marL="447675" indent="-228600">
              <a:lnSpc>
                <a:spcPct val="100000"/>
              </a:lnSpc>
              <a:buClr>
                <a:schemeClr val="tx2"/>
              </a:buClr>
              <a:buFont typeface="Wingdings" panose="05000000000000000000" pitchFamily="2" charset="2"/>
              <a:buChar char="§"/>
              <a:defRPr sz="1800"/>
            </a:lvl2pPr>
            <a:lvl3pPr marL="444500" indent="-228600">
              <a:lnSpc>
                <a:spcPct val="100000"/>
              </a:lnSpc>
              <a:buClr>
                <a:schemeClr val="tx2"/>
              </a:buClr>
              <a:buFont typeface="Wingdings" panose="05000000000000000000" pitchFamily="2" charset="2"/>
              <a:buChar char="§"/>
              <a:defRPr sz="1600"/>
            </a:lvl3pPr>
            <a:lvl4pPr>
              <a:defRPr/>
            </a:lvl4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74736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yle 1: Title and 2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320103-BD33-5E4F-CFC1-A53282A7D77A}"/>
              </a:ext>
            </a:extLst>
          </p:cNvPr>
          <p:cNvSpPr>
            <a:spLocks noGrp="1"/>
          </p:cNvSpPr>
          <p:nvPr>
            <p:ph type="sldNum" sz="quarter" idx="10"/>
          </p:nvPr>
        </p:nvSpPr>
        <p:spPr/>
        <p:txBody>
          <a:bodyPr/>
          <a:lstStyle/>
          <a:p>
            <a:fld id="{303BB4E7-ECF0-48C2-8E8B-35EF4BB93775}" type="slidenum">
              <a:rPr lang="en-ZA" smtClean="0"/>
              <a:pPr/>
              <a:t>‹#›</a:t>
            </a:fld>
            <a:endParaRPr lang="en-ZA" dirty="0"/>
          </a:p>
        </p:txBody>
      </p:sp>
      <p:sp>
        <p:nvSpPr>
          <p:cNvPr id="4" name="Text Placeholder 17">
            <a:extLst>
              <a:ext uri="{FF2B5EF4-FFF2-40B4-BE49-F238E27FC236}">
                <a16:creationId xmlns:a16="http://schemas.microsoft.com/office/drawing/2014/main" id="{13E947E9-0B2B-9F13-AE07-0D85FFC1A21A}"/>
              </a:ext>
            </a:extLst>
          </p:cNvPr>
          <p:cNvSpPr>
            <a:spLocks noGrp="1"/>
          </p:cNvSpPr>
          <p:nvPr>
            <p:ph type="body" sz="quarter" idx="13"/>
          </p:nvPr>
        </p:nvSpPr>
        <p:spPr>
          <a:xfrm>
            <a:off x="334963" y="242452"/>
            <a:ext cx="3762375" cy="124650"/>
          </a:xfrm>
          <a:noFill/>
        </p:spPr>
        <p:txBody>
          <a:bodyPr wrap="square" lIns="0" tIns="0" rIns="0" bIns="0" rtlCol="0">
            <a:spAutoFit/>
          </a:bodyPr>
          <a:lstStyle>
            <a:lvl1pPr marL="0" indent="0">
              <a:buNone/>
              <a:defRPr lang="en-ZA" sz="900" dirty="0">
                <a:solidFill>
                  <a:schemeClr val="tx2"/>
                </a:solidFill>
              </a:defRPr>
            </a:lvl1pPr>
          </a:lstStyle>
          <a:p>
            <a:pPr marL="0" lvl="0"/>
            <a:r>
              <a:rPr lang="en-US" dirty="0"/>
              <a:t>Click to edit Master text</a:t>
            </a:r>
            <a:endParaRPr lang="en-ZA" dirty="0"/>
          </a:p>
        </p:txBody>
      </p:sp>
      <p:sp>
        <p:nvSpPr>
          <p:cNvPr id="5" name="Text Placeholder 17">
            <a:extLst>
              <a:ext uri="{FF2B5EF4-FFF2-40B4-BE49-F238E27FC236}">
                <a16:creationId xmlns:a16="http://schemas.microsoft.com/office/drawing/2014/main" id="{D3F2693F-5A3D-99C1-BCF0-6A1AA1E0E1CD}"/>
              </a:ext>
            </a:extLst>
          </p:cNvPr>
          <p:cNvSpPr>
            <a:spLocks noGrp="1"/>
          </p:cNvSpPr>
          <p:nvPr>
            <p:ph type="body" sz="quarter" idx="14"/>
          </p:nvPr>
        </p:nvSpPr>
        <p:spPr>
          <a:xfrm>
            <a:off x="8094665" y="229313"/>
            <a:ext cx="3762375" cy="124650"/>
          </a:xfrm>
          <a:noFill/>
        </p:spPr>
        <p:txBody>
          <a:bodyPr wrap="square" lIns="0" tIns="0" rIns="0" bIns="0" rtlCol="0">
            <a:spAutoFit/>
          </a:bodyPr>
          <a:lstStyle>
            <a:lvl1pPr marL="0" indent="0" algn="r">
              <a:buNone/>
              <a:defRPr lang="en-ZA" sz="900" dirty="0">
                <a:solidFill>
                  <a:schemeClr val="tx2"/>
                </a:solidFill>
              </a:defRPr>
            </a:lvl1pPr>
          </a:lstStyle>
          <a:p>
            <a:pPr marL="0" lvl="0"/>
            <a:r>
              <a:rPr lang="en-US" dirty="0"/>
              <a:t>Click to edit Master text</a:t>
            </a:r>
            <a:endParaRPr lang="en-ZA" dirty="0"/>
          </a:p>
        </p:txBody>
      </p:sp>
      <p:sp>
        <p:nvSpPr>
          <p:cNvPr id="6" name="Linie">
            <a:extLst>
              <a:ext uri="{FF2B5EF4-FFF2-40B4-BE49-F238E27FC236}">
                <a16:creationId xmlns:a16="http://schemas.microsoft.com/office/drawing/2014/main" id="{D560B2F9-B18A-C49E-4AD8-D70A183A6CD9}"/>
              </a:ext>
            </a:extLst>
          </p:cNvPr>
          <p:cNvSpPr/>
          <p:nvPr userDrawn="1"/>
        </p:nvSpPr>
        <p:spPr>
          <a:xfrm flipV="1">
            <a:off x="682624" y="1292469"/>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sp>
        <p:nvSpPr>
          <p:cNvPr id="7" name="Text Placeholder 15">
            <a:extLst>
              <a:ext uri="{FF2B5EF4-FFF2-40B4-BE49-F238E27FC236}">
                <a16:creationId xmlns:a16="http://schemas.microsoft.com/office/drawing/2014/main" id="{5DA759FE-0103-557E-001D-C4DA8BFBC348}"/>
              </a:ext>
            </a:extLst>
          </p:cNvPr>
          <p:cNvSpPr>
            <a:spLocks noGrp="1"/>
          </p:cNvSpPr>
          <p:nvPr>
            <p:ph type="body" sz="quarter" idx="12"/>
          </p:nvPr>
        </p:nvSpPr>
        <p:spPr>
          <a:xfrm>
            <a:off x="682625" y="698760"/>
            <a:ext cx="10825163" cy="368512"/>
          </a:xfrm>
        </p:spPr>
        <p:txBody>
          <a:bodyPr lIns="0" tIns="0" bIns="0">
            <a:normAutofit/>
          </a:bodyPr>
          <a:lstStyle>
            <a:lvl1pPr marL="0" indent="0">
              <a:buNone/>
              <a:defRPr sz="3000" b="1" cap="all" baseline="0">
                <a:solidFill>
                  <a:schemeClr val="tx2"/>
                </a:solidFill>
                <a:latin typeface="Avenir Next LT Pro" panose="020B0504020202020204" pitchFamily="34" charset="0"/>
              </a:defRPr>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07060F9E-4B27-DC10-E7C8-7BA3DAD8548A}"/>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BFF60522-66D8-83C9-83CE-F2193683C77E}"/>
              </a:ext>
            </a:extLst>
          </p:cNvPr>
          <p:cNvSpPr>
            <a:spLocks noGrp="1"/>
          </p:cNvSpPr>
          <p:nvPr>
            <p:ph idx="1"/>
          </p:nvPr>
        </p:nvSpPr>
        <p:spPr>
          <a:xfrm>
            <a:off x="684000" y="2033671"/>
            <a:ext cx="5265950" cy="4143291"/>
          </a:xfrm>
        </p:spPr>
        <p:txBody>
          <a:bodyPr/>
          <a:lstStyle>
            <a:lvl1pPr marL="342900" indent="-342900">
              <a:lnSpc>
                <a:spcPct val="100000"/>
              </a:lnSpc>
              <a:buClr>
                <a:schemeClr val="tx2"/>
              </a:buClr>
              <a:buFont typeface="Wingdings" panose="05000000000000000000" pitchFamily="2" charset="2"/>
              <a:buChar char="§"/>
              <a:defRPr/>
            </a:lvl1pPr>
            <a:lvl2pPr marL="447675" indent="-228600">
              <a:lnSpc>
                <a:spcPct val="100000"/>
              </a:lnSpc>
              <a:buClr>
                <a:schemeClr val="tx2"/>
              </a:buClr>
              <a:buFont typeface="Wingdings" panose="05000000000000000000" pitchFamily="2" charset="2"/>
              <a:buChar char="§"/>
              <a:defRPr sz="1800"/>
            </a:lvl2pPr>
            <a:lvl3pPr marL="444500" indent="-228600">
              <a:lnSpc>
                <a:spcPct val="100000"/>
              </a:lnSpc>
              <a:buClr>
                <a:schemeClr val="tx2"/>
              </a:buClr>
              <a:buFont typeface="Wingdings" panose="05000000000000000000" pitchFamily="2" charset="2"/>
              <a:buChar char="§"/>
              <a:defRPr sz="1600"/>
            </a:lvl3pPr>
            <a:lvl4pPr>
              <a:defRPr/>
            </a:lvl4pPr>
          </a:lstStyle>
          <a:p>
            <a:pPr lvl="0"/>
            <a:r>
              <a:rPr lang="en-US" dirty="0"/>
              <a:t>Click to edit Master text styles</a:t>
            </a:r>
          </a:p>
          <a:p>
            <a:pPr lvl="1"/>
            <a:r>
              <a:rPr lang="en-US" dirty="0"/>
              <a:t>Second level</a:t>
            </a:r>
          </a:p>
          <a:p>
            <a:pPr lvl="2"/>
            <a:r>
              <a:rPr lang="en-US" dirty="0"/>
              <a:t>Third level</a:t>
            </a:r>
          </a:p>
        </p:txBody>
      </p:sp>
      <p:sp>
        <p:nvSpPr>
          <p:cNvPr id="2" name="Content Placeholder 2">
            <a:extLst>
              <a:ext uri="{FF2B5EF4-FFF2-40B4-BE49-F238E27FC236}">
                <a16:creationId xmlns:a16="http://schemas.microsoft.com/office/drawing/2014/main" id="{E0CA0F4C-0295-8CFB-7C6C-646821F8C5BB}"/>
              </a:ext>
            </a:extLst>
          </p:cNvPr>
          <p:cNvSpPr>
            <a:spLocks noGrp="1"/>
          </p:cNvSpPr>
          <p:nvPr>
            <p:ph idx="15"/>
          </p:nvPr>
        </p:nvSpPr>
        <p:spPr>
          <a:xfrm>
            <a:off x="6240463" y="2033671"/>
            <a:ext cx="5265950" cy="4143291"/>
          </a:xfrm>
        </p:spPr>
        <p:txBody>
          <a:bodyPr/>
          <a:lstStyle>
            <a:lvl1pPr marL="342900" indent="-342900">
              <a:lnSpc>
                <a:spcPct val="100000"/>
              </a:lnSpc>
              <a:buClr>
                <a:schemeClr val="tx2"/>
              </a:buClr>
              <a:buFont typeface="Wingdings" panose="05000000000000000000" pitchFamily="2" charset="2"/>
              <a:buChar char="§"/>
              <a:defRPr/>
            </a:lvl1pPr>
            <a:lvl2pPr marL="447675" indent="-228600">
              <a:lnSpc>
                <a:spcPct val="100000"/>
              </a:lnSpc>
              <a:buClr>
                <a:schemeClr val="tx2"/>
              </a:buClr>
              <a:buFont typeface="Wingdings" panose="05000000000000000000" pitchFamily="2" charset="2"/>
              <a:buChar char="§"/>
              <a:defRPr sz="1800"/>
            </a:lvl2pPr>
            <a:lvl3pPr marL="444500" indent="-228600">
              <a:lnSpc>
                <a:spcPct val="100000"/>
              </a:lnSpc>
              <a:buClr>
                <a:schemeClr val="tx2"/>
              </a:buClr>
              <a:buFont typeface="Wingdings" panose="05000000000000000000" pitchFamily="2" charset="2"/>
              <a:buChar char="§"/>
              <a:defRPr sz="1600"/>
            </a:lvl3pPr>
            <a:lvl4pPr>
              <a:defRPr/>
            </a:lvl4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240521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yle 1: 2 Column Tex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320103-BD33-5E4F-CFC1-A53282A7D77A}"/>
              </a:ext>
            </a:extLst>
          </p:cNvPr>
          <p:cNvSpPr>
            <a:spLocks noGrp="1"/>
          </p:cNvSpPr>
          <p:nvPr>
            <p:ph type="sldNum" sz="quarter" idx="10"/>
          </p:nvPr>
        </p:nvSpPr>
        <p:spPr/>
        <p:txBody>
          <a:bodyPr/>
          <a:lstStyle/>
          <a:p>
            <a:fld id="{303BB4E7-ECF0-48C2-8E8B-35EF4BB93775}" type="slidenum">
              <a:rPr lang="en-ZA" smtClean="0"/>
              <a:pPr/>
              <a:t>‹#›</a:t>
            </a:fld>
            <a:endParaRPr lang="en-ZA" dirty="0"/>
          </a:p>
        </p:txBody>
      </p:sp>
      <p:sp>
        <p:nvSpPr>
          <p:cNvPr id="4" name="Text Placeholder 17">
            <a:extLst>
              <a:ext uri="{FF2B5EF4-FFF2-40B4-BE49-F238E27FC236}">
                <a16:creationId xmlns:a16="http://schemas.microsoft.com/office/drawing/2014/main" id="{13E947E9-0B2B-9F13-AE07-0D85FFC1A21A}"/>
              </a:ext>
            </a:extLst>
          </p:cNvPr>
          <p:cNvSpPr>
            <a:spLocks noGrp="1"/>
          </p:cNvSpPr>
          <p:nvPr>
            <p:ph type="body" sz="quarter" idx="13"/>
          </p:nvPr>
        </p:nvSpPr>
        <p:spPr>
          <a:xfrm>
            <a:off x="334963" y="242452"/>
            <a:ext cx="3762375" cy="124650"/>
          </a:xfrm>
          <a:noFill/>
        </p:spPr>
        <p:txBody>
          <a:bodyPr wrap="square" lIns="0" tIns="0" rIns="0" bIns="0" rtlCol="0">
            <a:spAutoFit/>
          </a:bodyPr>
          <a:lstStyle>
            <a:lvl1pPr marL="0" indent="0">
              <a:buNone/>
              <a:defRPr lang="en-ZA" sz="900" dirty="0">
                <a:solidFill>
                  <a:schemeClr val="tx2"/>
                </a:solidFill>
              </a:defRPr>
            </a:lvl1pPr>
          </a:lstStyle>
          <a:p>
            <a:pPr marL="0" lvl="0"/>
            <a:r>
              <a:rPr lang="en-US" dirty="0"/>
              <a:t>Click to edit Master text</a:t>
            </a:r>
            <a:endParaRPr lang="en-ZA" dirty="0"/>
          </a:p>
        </p:txBody>
      </p:sp>
      <p:sp>
        <p:nvSpPr>
          <p:cNvPr id="5" name="Text Placeholder 17">
            <a:extLst>
              <a:ext uri="{FF2B5EF4-FFF2-40B4-BE49-F238E27FC236}">
                <a16:creationId xmlns:a16="http://schemas.microsoft.com/office/drawing/2014/main" id="{D3F2693F-5A3D-99C1-BCF0-6A1AA1E0E1CD}"/>
              </a:ext>
            </a:extLst>
          </p:cNvPr>
          <p:cNvSpPr>
            <a:spLocks noGrp="1"/>
          </p:cNvSpPr>
          <p:nvPr>
            <p:ph type="body" sz="quarter" idx="14"/>
          </p:nvPr>
        </p:nvSpPr>
        <p:spPr>
          <a:xfrm>
            <a:off x="8094665" y="229313"/>
            <a:ext cx="3762375" cy="124650"/>
          </a:xfrm>
          <a:noFill/>
        </p:spPr>
        <p:txBody>
          <a:bodyPr wrap="square" lIns="0" tIns="0" rIns="0" bIns="0" rtlCol="0">
            <a:spAutoFit/>
          </a:bodyPr>
          <a:lstStyle>
            <a:lvl1pPr marL="0" indent="0" algn="r">
              <a:buNone/>
              <a:defRPr lang="en-ZA" sz="900" dirty="0">
                <a:solidFill>
                  <a:schemeClr val="tx2"/>
                </a:solidFill>
              </a:defRPr>
            </a:lvl1pPr>
          </a:lstStyle>
          <a:p>
            <a:pPr marL="0" lvl="0"/>
            <a:r>
              <a:rPr lang="en-US" dirty="0"/>
              <a:t>Click to edit Master text</a:t>
            </a:r>
            <a:endParaRPr lang="en-ZA" dirty="0"/>
          </a:p>
        </p:txBody>
      </p:sp>
      <p:sp>
        <p:nvSpPr>
          <p:cNvPr id="6" name="Linie">
            <a:extLst>
              <a:ext uri="{FF2B5EF4-FFF2-40B4-BE49-F238E27FC236}">
                <a16:creationId xmlns:a16="http://schemas.microsoft.com/office/drawing/2014/main" id="{D560B2F9-B18A-C49E-4AD8-D70A183A6CD9}"/>
              </a:ext>
            </a:extLst>
          </p:cNvPr>
          <p:cNvSpPr/>
          <p:nvPr userDrawn="1"/>
        </p:nvSpPr>
        <p:spPr>
          <a:xfrm flipV="1">
            <a:off x="682624" y="1292469"/>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sp>
        <p:nvSpPr>
          <p:cNvPr id="7" name="Text Placeholder 15">
            <a:extLst>
              <a:ext uri="{FF2B5EF4-FFF2-40B4-BE49-F238E27FC236}">
                <a16:creationId xmlns:a16="http://schemas.microsoft.com/office/drawing/2014/main" id="{5DA759FE-0103-557E-001D-C4DA8BFBC348}"/>
              </a:ext>
            </a:extLst>
          </p:cNvPr>
          <p:cNvSpPr>
            <a:spLocks noGrp="1"/>
          </p:cNvSpPr>
          <p:nvPr>
            <p:ph type="body" sz="quarter" idx="12"/>
          </p:nvPr>
        </p:nvSpPr>
        <p:spPr>
          <a:xfrm>
            <a:off x="682625" y="698760"/>
            <a:ext cx="10825163" cy="368512"/>
          </a:xfrm>
        </p:spPr>
        <p:txBody>
          <a:bodyPr lIns="0" tIns="0" bIns="0">
            <a:normAutofit/>
          </a:bodyPr>
          <a:lstStyle>
            <a:lvl1pPr marL="0" indent="0">
              <a:buNone/>
              <a:defRPr sz="3000" b="1" cap="all" baseline="0">
                <a:solidFill>
                  <a:schemeClr val="tx2"/>
                </a:solidFill>
                <a:latin typeface="Avenir Next LT Pro" panose="020B0504020202020204" pitchFamily="34" charset="0"/>
              </a:defRPr>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07060F9E-4B27-DC10-E7C8-7BA3DAD8548A}"/>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BFF60522-66D8-83C9-83CE-F2193683C77E}"/>
              </a:ext>
            </a:extLst>
          </p:cNvPr>
          <p:cNvSpPr>
            <a:spLocks noGrp="1"/>
          </p:cNvSpPr>
          <p:nvPr>
            <p:ph idx="1"/>
          </p:nvPr>
        </p:nvSpPr>
        <p:spPr>
          <a:xfrm>
            <a:off x="684000" y="2033671"/>
            <a:ext cx="10823788" cy="4143291"/>
          </a:xfrm>
        </p:spPr>
        <p:txBody>
          <a:bodyPr numCol="2" spcCol="291600">
            <a:normAutofit/>
          </a:bodyPr>
          <a:lstStyle>
            <a:lvl1pPr marL="0" indent="0">
              <a:lnSpc>
                <a:spcPct val="100000"/>
              </a:lnSpc>
              <a:buClr>
                <a:schemeClr val="tx2"/>
              </a:buClr>
              <a:buFontTx/>
              <a:buNone/>
              <a:defRPr sz="1400"/>
            </a:lvl1pPr>
            <a:lvl2pPr marL="219075" indent="0">
              <a:lnSpc>
                <a:spcPct val="100000"/>
              </a:lnSpc>
              <a:buClr>
                <a:schemeClr val="tx2"/>
              </a:buClr>
              <a:buFontTx/>
              <a:buNone/>
              <a:defRPr sz="1800"/>
            </a:lvl2pPr>
            <a:lvl3pPr marL="215900" indent="0">
              <a:lnSpc>
                <a:spcPct val="100000"/>
              </a:lnSpc>
              <a:buClr>
                <a:schemeClr val="tx2"/>
              </a:buClr>
              <a:buFontTx/>
              <a:buNone/>
              <a:defRPr sz="1600"/>
            </a:lvl3pPr>
            <a:lvl4pPr>
              <a:defRPr/>
            </a:lvl4pPr>
          </a:lstStyle>
          <a:p>
            <a:pPr lvl="0"/>
            <a:r>
              <a:rPr lang="en-US" dirty="0"/>
              <a:t>Click to edit Master text styles</a:t>
            </a:r>
          </a:p>
        </p:txBody>
      </p:sp>
    </p:spTree>
    <p:extLst>
      <p:ext uri="{BB962C8B-B14F-4D97-AF65-F5344CB8AC3E}">
        <p14:creationId xmlns:p14="http://schemas.microsoft.com/office/powerpoint/2010/main" val="1051906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yle 1: 3 Column Tex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320103-BD33-5E4F-CFC1-A53282A7D77A}"/>
              </a:ext>
            </a:extLst>
          </p:cNvPr>
          <p:cNvSpPr>
            <a:spLocks noGrp="1"/>
          </p:cNvSpPr>
          <p:nvPr>
            <p:ph type="sldNum" sz="quarter" idx="10"/>
          </p:nvPr>
        </p:nvSpPr>
        <p:spPr/>
        <p:txBody>
          <a:bodyPr/>
          <a:lstStyle/>
          <a:p>
            <a:fld id="{303BB4E7-ECF0-48C2-8E8B-35EF4BB93775}" type="slidenum">
              <a:rPr lang="en-ZA" smtClean="0"/>
              <a:pPr/>
              <a:t>‹#›</a:t>
            </a:fld>
            <a:endParaRPr lang="en-ZA" dirty="0"/>
          </a:p>
        </p:txBody>
      </p:sp>
      <p:sp>
        <p:nvSpPr>
          <p:cNvPr id="4" name="Text Placeholder 17">
            <a:extLst>
              <a:ext uri="{FF2B5EF4-FFF2-40B4-BE49-F238E27FC236}">
                <a16:creationId xmlns:a16="http://schemas.microsoft.com/office/drawing/2014/main" id="{13E947E9-0B2B-9F13-AE07-0D85FFC1A21A}"/>
              </a:ext>
            </a:extLst>
          </p:cNvPr>
          <p:cNvSpPr>
            <a:spLocks noGrp="1"/>
          </p:cNvSpPr>
          <p:nvPr>
            <p:ph type="body" sz="quarter" idx="13"/>
          </p:nvPr>
        </p:nvSpPr>
        <p:spPr>
          <a:xfrm>
            <a:off x="334963" y="242452"/>
            <a:ext cx="3762375" cy="124650"/>
          </a:xfrm>
          <a:noFill/>
        </p:spPr>
        <p:txBody>
          <a:bodyPr wrap="square" lIns="0" tIns="0" rIns="0" bIns="0" rtlCol="0">
            <a:spAutoFit/>
          </a:bodyPr>
          <a:lstStyle>
            <a:lvl1pPr marL="0" indent="0">
              <a:buNone/>
              <a:defRPr lang="en-ZA" sz="900" dirty="0">
                <a:solidFill>
                  <a:schemeClr val="tx2"/>
                </a:solidFill>
              </a:defRPr>
            </a:lvl1pPr>
          </a:lstStyle>
          <a:p>
            <a:pPr marL="0" lvl="0"/>
            <a:r>
              <a:rPr lang="en-US" dirty="0"/>
              <a:t>Click to edit Master text</a:t>
            </a:r>
            <a:endParaRPr lang="en-ZA" dirty="0"/>
          </a:p>
        </p:txBody>
      </p:sp>
      <p:sp>
        <p:nvSpPr>
          <p:cNvPr id="5" name="Text Placeholder 17">
            <a:extLst>
              <a:ext uri="{FF2B5EF4-FFF2-40B4-BE49-F238E27FC236}">
                <a16:creationId xmlns:a16="http://schemas.microsoft.com/office/drawing/2014/main" id="{D3F2693F-5A3D-99C1-BCF0-6A1AA1E0E1CD}"/>
              </a:ext>
            </a:extLst>
          </p:cNvPr>
          <p:cNvSpPr>
            <a:spLocks noGrp="1"/>
          </p:cNvSpPr>
          <p:nvPr>
            <p:ph type="body" sz="quarter" idx="14"/>
          </p:nvPr>
        </p:nvSpPr>
        <p:spPr>
          <a:xfrm>
            <a:off x="8094665" y="229313"/>
            <a:ext cx="3762375" cy="124650"/>
          </a:xfrm>
          <a:noFill/>
        </p:spPr>
        <p:txBody>
          <a:bodyPr wrap="square" lIns="0" tIns="0" rIns="0" bIns="0" rtlCol="0">
            <a:spAutoFit/>
          </a:bodyPr>
          <a:lstStyle>
            <a:lvl1pPr marL="0" indent="0" algn="r">
              <a:buNone/>
              <a:defRPr lang="en-ZA" sz="900" dirty="0">
                <a:solidFill>
                  <a:schemeClr val="tx2"/>
                </a:solidFill>
              </a:defRPr>
            </a:lvl1pPr>
          </a:lstStyle>
          <a:p>
            <a:pPr marL="0" lvl="0"/>
            <a:r>
              <a:rPr lang="en-US" dirty="0"/>
              <a:t>Click to edit Master text</a:t>
            </a:r>
            <a:endParaRPr lang="en-ZA" dirty="0"/>
          </a:p>
        </p:txBody>
      </p:sp>
      <p:sp>
        <p:nvSpPr>
          <p:cNvPr id="6" name="Linie">
            <a:extLst>
              <a:ext uri="{FF2B5EF4-FFF2-40B4-BE49-F238E27FC236}">
                <a16:creationId xmlns:a16="http://schemas.microsoft.com/office/drawing/2014/main" id="{D560B2F9-B18A-C49E-4AD8-D70A183A6CD9}"/>
              </a:ext>
            </a:extLst>
          </p:cNvPr>
          <p:cNvSpPr/>
          <p:nvPr userDrawn="1"/>
        </p:nvSpPr>
        <p:spPr>
          <a:xfrm flipV="1">
            <a:off x="682624" y="1292469"/>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sp>
        <p:nvSpPr>
          <p:cNvPr id="7" name="Text Placeholder 15">
            <a:extLst>
              <a:ext uri="{FF2B5EF4-FFF2-40B4-BE49-F238E27FC236}">
                <a16:creationId xmlns:a16="http://schemas.microsoft.com/office/drawing/2014/main" id="{5DA759FE-0103-557E-001D-C4DA8BFBC348}"/>
              </a:ext>
            </a:extLst>
          </p:cNvPr>
          <p:cNvSpPr>
            <a:spLocks noGrp="1"/>
          </p:cNvSpPr>
          <p:nvPr>
            <p:ph type="body" sz="quarter" idx="12"/>
          </p:nvPr>
        </p:nvSpPr>
        <p:spPr>
          <a:xfrm>
            <a:off x="682625" y="698760"/>
            <a:ext cx="10825163" cy="368512"/>
          </a:xfrm>
        </p:spPr>
        <p:txBody>
          <a:bodyPr lIns="0" tIns="0" bIns="0">
            <a:normAutofit/>
          </a:bodyPr>
          <a:lstStyle>
            <a:lvl1pPr marL="0" indent="0">
              <a:buNone/>
              <a:defRPr sz="3000" b="1" cap="all" baseline="0">
                <a:solidFill>
                  <a:schemeClr val="tx2"/>
                </a:solidFill>
                <a:latin typeface="Avenir Next LT Pro" panose="020B0504020202020204" pitchFamily="34" charset="0"/>
              </a:defRPr>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07060F9E-4B27-DC10-E7C8-7BA3DAD8548A}"/>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BFF60522-66D8-83C9-83CE-F2193683C77E}"/>
              </a:ext>
            </a:extLst>
          </p:cNvPr>
          <p:cNvSpPr>
            <a:spLocks noGrp="1"/>
          </p:cNvSpPr>
          <p:nvPr>
            <p:ph idx="1"/>
          </p:nvPr>
        </p:nvSpPr>
        <p:spPr>
          <a:xfrm>
            <a:off x="684000" y="2033671"/>
            <a:ext cx="10823788" cy="4143291"/>
          </a:xfrm>
        </p:spPr>
        <p:txBody>
          <a:bodyPr numCol="3" spcCol="291600">
            <a:normAutofit/>
          </a:bodyPr>
          <a:lstStyle>
            <a:lvl1pPr marL="0" indent="0">
              <a:lnSpc>
                <a:spcPct val="100000"/>
              </a:lnSpc>
              <a:buClr>
                <a:schemeClr val="tx2"/>
              </a:buClr>
              <a:buFontTx/>
              <a:buNone/>
              <a:defRPr sz="1400"/>
            </a:lvl1pPr>
            <a:lvl2pPr marL="219075" indent="0">
              <a:lnSpc>
                <a:spcPct val="100000"/>
              </a:lnSpc>
              <a:buClr>
                <a:schemeClr val="tx2"/>
              </a:buClr>
              <a:buFontTx/>
              <a:buNone/>
              <a:defRPr sz="1800"/>
            </a:lvl2pPr>
            <a:lvl3pPr marL="215900" indent="0">
              <a:lnSpc>
                <a:spcPct val="100000"/>
              </a:lnSpc>
              <a:buClr>
                <a:schemeClr val="tx2"/>
              </a:buClr>
              <a:buFontTx/>
              <a:buNone/>
              <a:defRPr sz="1600"/>
            </a:lvl3pPr>
            <a:lvl4pPr>
              <a:defRPr/>
            </a:lvl4pPr>
          </a:lstStyle>
          <a:p>
            <a:pPr lvl="0"/>
            <a:r>
              <a:rPr lang="en-US" dirty="0"/>
              <a:t>Click to edit Master text styles</a:t>
            </a:r>
          </a:p>
        </p:txBody>
      </p:sp>
    </p:spTree>
    <p:extLst>
      <p:ext uri="{BB962C8B-B14F-4D97-AF65-F5344CB8AC3E}">
        <p14:creationId xmlns:p14="http://schemas.microsoft.com/office/powerpoint/2010/main" val="3980881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yle 1: Chart and descriptio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320103-BD33-5E4F-CFC1-A53282A7D77A}"/>
              </a:ext>
            </a:extLst>
          </p:cNvPr>
          <p:cNvSpPr>
            <a:spLocks noGrp="1"/>
          </p:cNvSpPr>
          <p:nvPr>
            <p:ph type="sldNum" sz="quarter" idx="10"/>
          </p:nvPr>
        </p:nvSpPr>
        <p:spPr/>
        <p:txBody>
          <a:bodyPr/>
          <a:lstStyle/>
          <a:p>
            <a:fld id="{303BB4E7-ECF0-48C2-8E8B-35EF4BB93775}" type="slidenum">
              <a:rPr lang="en-ZA" smtClean="0"/>
              <a:pPr/>
              <a:t>‹#›</a:t>
            </a:fld>
            <a:endParaRPr lang="en-ZA" dirty="0"/>
          </a:p>
        </p:txBody>
      </p:sp>
      <p:sp>
        <p:nvSpPr>
          <p:cNvPr id="4" name="Text Placeholder 17">
            <a:extLst>
              <a:ext uri="{FF2B5EF4-FFF2-40B4-BE49-F238E27FC236}">
                <a16:creationId xmlns:a16="http://schemas.microsoft.com/office/drawing/2014/main" id="{13E947E9-0B2B-9F13-AE07-0D85FFC1A21A}"/>
              </a:ext>
            </a:extLst>
          </p:cNvPr>
          <p:cNvSpPr>
            <a:spLocks noGrp="1"/>
          </p:cNvSpPr>
          <p:nvPr>
            <p:ph type="body" sz="quarter" idx="13"/>
          </p:nvPr>
        </p:nvSpPr>
        <p:spPr>
          <a:xfrm>
            <a:off x="334963" y="242452"/>
            <a:ext cx="3762375" cy="124650"/>
          </a:xfrm>
          <a:noFill/>
        </p:spPr>
        <p:txBody>
          <a:bodyPr wrap="square" lIns="0" tIns="0" rIns="0" bIns="0" rtlCol="0">
            <a:spAutoFit/>
          </a:bodyPr>
          <a:lstStyle>
            <a:lvl1pPr marL="0" indent="0">
              <a:buNone/>
              <a:defRPr lang="en-ZA" sz="900" dirty="0">
                <a:solidFill>
                  <a:schemeClr val="tx2"/>
                </a:solidFill>
              </a:defRPr>
            </a:lvl1pPr>
          </a:lstStyle>
          <a:p>
            <a:pPr marL="0" lvl="0"/>
            <a:r>
              <a:rPr lang="en-US" dirty="0"/>
              <a:t>Click to edit Master text</a:t>
            </a:r>
            <a:endParaRPr lang="en-ZA" dirty="0"/>
          </a:p>
        </p:txBody>
      </p:sp>
      <p:sp>
        <p:nvSpPr>
          <p:cNvPr id="5" name="Text Placeholder 17">
            <a:extLst>
              <a:ext uri="{FF2B5EF4-FFF2-40B4-BE49-F238E27FC236}">
                <a16:creationId xmlns:a16="http://schemas.microsoft.com/office/drawing/2014/main" id="{D3F2693F-5A3D-99C1-BCF0-6A1AA1E0E1CD}"/>
              </a:ext>
            </a:extLst>
          </p:cNvPr>
          <p:cNvSpPr>
            <a:spLocks noGrp="1"/>
          </p:cNvSpPr>
          <p:nvPr>
            <p:ph type="body" sz="quarter" idx="14"/>
          </p:nvPr>
        </p:nvSpPr>
        <p:spPr>
          <a:xfrm>
            <a:off x="8094665" y="229313"/>
            <a:ext cx="3762375" cy="124650"/>
          </a:xfrm>
          <a:noFill/>
        </p:spPr>
        <p:txBody>
          <a:bodyPr wrap="square" lIns="0" tIns="0" rIns="0" bIns="0" rtlCol="0">
            <a:spAutoFit/>
          </a:bodyPr>
          <a:lstStyle>
            <a:lvl1pPr marL="0" indent="0" algn="r">
              <a:buNone/>
              <a:defRPr lang="en-ZA" sz="900" dirty="0">
                <a:solidFill>
                  <a:schemeClr val="tx2"/>
                </a:solidFill>
              </a:defRPr>
            </a:lvl1pPr>
          </a:lstStyle>
          <a:p>
            <a:pPr marL="0" lvl="0"/>
            <a:r>
              <a:rPr lang="en-US" dirty="0"/>
              <a:t>Click to edit Master text</a:t>
            </a:r>
            <a:endParaRPr lang="en-ZA" dirty="0"/>
          </a:p>
        </p:txBody>
      </p:sp>
      <p:sp>
        <p:nvSpPr>
          <p:cNvPr id="6" name="Linie">
            <a:extLst>
              <a:ext uri="{FF2B5EF4-FFF2-40B4-BE49-F238E27FC236}">
                <a16:creationId xmlns:a16="http://schemas.microsoft.com/office/drawing/2014/main" id="{D560B2F9-B18A-C49E-4AD8-D70A183A6CD9}"/>
              </a:ext>
            </a:extLst>
          </p:cNvPr>
          <p:cNvSpPr/>
          <p:nvPr userDrawn="1"/>
        </p:nvSpPr>
        <p:spPr>
          <a:xfrm flipV="1">
            <a:off x="682624" y="1292469"/>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sp>
        <p:nvSpPr>
          <p:cNvPr id="7" name="Text Placeholder 15">
            <a:extLst>
              <a:ext uri="{FF2B5EF4-FFF2-40B4-BE49-F238E27FC236}">
                <a16:creationId xmlns:a16="http://schemas.microsoft.com/office/drawing/2014/main" id="{5DA759FE-0103-557E-001D-C4DA8BFBC348}"/>
              </a:ext>
            </a:extLst>
          </p:cNvPr>
          <p:cNvSpPr>
            <a:spLocks noGrp="1"/>
          </p:cNvSpPr>
          <p:nvPr>
            <p:ph type="body" sz="quarter" idx="12"/>
          </p:nvPr>
        </p:nvSpPr>
        <p:spPr>
          <a:xfrm>
            <a:off x="682625" y="698760"/>
            <a:ext cx="10825163" cy="368512"/>
          </a:xfrm>
        </p:spPr>
        <p:txBody>
          <a:bodyPr lIns="0" tIns="0" bIns="0">
            <a:normAutofit/>
          </a:bodyPr>
          <a:lstStyle>
            <a:lvl1pPr marL="0" indent="0">
              <a:buNone/>
              <a:defRPr sz="3000" b="1" cap="all" baseline="0">
                <a:solidFill>
                  <a:schemeClr val="tx2"/>
                </a:solidFill>
                <a:latin typeface="Avenir Next LT Pro" panose="020B0504020202020204" pitchFamily="34" charset="0"/>
              </a:defRPr>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07060F9E-4B27-DC10-E7C8-7BA3DAD8548A}"/>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BFF60522-66D8-83C9-83CE-F2193683C77E}"/>
              </a:ext>
            </a:extLst>
          </p:cNvPr>
          <p:cNvSpPr>
            <a:spLocks noGrp="1"/>
          </p:cNvSpPr>
          <p:nvPr>
            <p:ph idx="1"/>
          </p:nvPr>
        </p:nvSpPr>
        <p:spPr>
          <a:xfrm>
            <a:off x="684000" y="2033671"/>
            <a:ext cx="2486238" cy="4143291"/>
          </a:xfrm>
          <a:ln w="6350">
            <a:noFill/>
          </a:ln>
        </p:spPr>
        <p:txBody>
          <a:bodyPr>
            <a:normAutofit/>
          </a:bodyPr>
          <a:lstStyle>
            <a:lvl1pPr marL="0" indent="0">
              <a:lnSpc>
                <a:spcPct val="100000"/>
              </a:lnSpc>
              <a:buClr>
                <a:schemeClr val="tx2"/>
              </a:buClr>
              <a:buFont typeface="Wingdings" panose="05000000000000000000" pitchFamily="2" charset="2"/>
              <a:buNone/>
              <a:defRPr sz="1200"/>
            </a:lvl1pPr>
            <a:lvl2pPr marL="219075" indent="0">
              <a:lnSpc>
                <a:spcPct val="100000"/>
              </a:lnSpc>
              <a:buClr>
                <a:schemeClr val="tx2"/>
              </a:buClr>
              <a:buFont typeface="Wingdings" panose="05000000000000000000" pitchFamily="2" charset="2"/>
              <a:buNone/>
              <a:defRPr sz="1400"/>
            </a:lvl2pPr>
            <a:lvl3pPr marL="215900" indent="0">
              <a:lnSpc>
                <a:spcPct val="100000"/>
              </a:lnSpc>
              <a:buClr>
                <a:schemeClr val="tx2"/>
              </a:buClr>
              <a:buFont typeface="Wingdings" panose="05000000000000000000" pitchFamily="2" charset="2"/>
              <a:buNone/>
              <a:defRPr sz="1400"/>
            </a:lvl3pPr>
            <a:lvl4pPr>
              <a:defRPr/>
            </a:lvl4pPr>
          </a:lstStyle>
          <a:p>
            <a:pPr lvl="0"/>
            <a:r>
              <a:rPr lang="en-US" dirty="0"/>
              <a:t>Click to edit Master text styles</a:t>
            </a:r>
          </a:p>
        </p:txBody>
      </p:sp>
      <p:sp>
        <p:nvSpPr>
          <p:cNvPr id="8" name="Chart Placeholder 7">
            <a:extLst>
              <a:ext uri="{FF2B5EF4-FFF2-40B4-BE49-F238E27FC236}">
                <a16:creationId xmlns:a16="http://schemas.microsoft.com/office/drawing/2014/main" id="{3B5D5392-4EA1-A381-95E2-E2F6277DA952}"/>
              </a:ext>
            </a:extLst>
          </p:cNvPr>
          <p:cNvSpPr>
            <a:spLocks noGrp="1"/>
          </p:cNvSpPr>
          <p:nvPr>
            <p:ph type="chart" sz="quarter" idx="15"/>
          </p:nvPr>
        </p:nvSpPr>
        <p:spPr>
          <a:xfrm>
            <a:off x="3462338" y="2033588"/>
            <a:ext cx="8045450" cy="4125912"/>
          </a:xfrm>
          <a:ln w="6350">
            <a:noFill/>
          </a:ln>
        </p:spPr>
        <p:txBody>
          <a:bodyPr/>
          <a:lstStyle/>
          <a:p>
            <a:endParaRPr lang="en-ZA"/>
          </a:p>
        </p:txBody>
      </p:sp>
    </p:spTree>
    <p:extLst>
      <p:ext uri="{BB962C8B-B14F-4D97-AF65-F5344CB8AC3E}">
        <p14:creationId xmlns:p14="http://schemas.microsoft.com/office/powerpoint/2010/main" val="1198518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yle 1: Table and descriptio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320103-BD33-5E4F-CFC1-A53282A7D77A}"/>
              </a:ext>
            </a:extLst>
          </p:cNvPr>
          <p:cNvSpPr>
            <a:spLocks noGrp="1"/>
          </p:cNvSpPr>
          <p:nvPr>
            <p:ph type="sldNum" sz="quarter" idx="10"/>
          </p:nvPr>
        </p:nvSpPr>
        <p:spPr/>
        <p:txBody>
          <a:bodyPr/>
          <a:lstStyle/>
          <a:p>
            <a:fld id="{303BB4E7-ECF0-48C2-8E8B-35EF4BB93775}" type="slidenum">
              <a:rPr lang="en-ZA" smtClean="0"/>
              <a:pPr/>
              <a:t>‹#›</a:t>
            </a:fld>
            <a:endParaRPr lang="en-ZA" dirty="0"/>
          </a:p>
        </p:txBody>
      </p:sp>
      <p:sp>
        <p:nvSpPr>
          <p:cNvPr id="4" name="Text Placeholder 17">
            <a:extLst>
              <a:ext uri="{FF2B5EF4-FFF2-40B4-BE49-F238E27FC236}">
                <a16:creationId xmlns:a16="http://schemas.microsoft.com/office/drawing/2014/main" id="{13E947E9-0B2B-9F13-AE07-0D85FFC1A21A}"/>
              </a:ext>
            </a:extLst>
          </p:cNvPr>
          <p:cNvSpPr>
            <a:spLocks noGrp="1"/>
          </p:cNvSpPr>
          <p:nvPr>
            <p:ph type="body" sz="quarter" idx="13"/>
          </p:nvPr>
        </p:nvSpPr>
        <p:spPr>
          <a:xfrm>
            <a:off x="334963" y="242452"/>
            <a:ext cx="3762375" cy="124650"/>
          </a:xfrm>
          <a:noFill/>
        </p:spPr>
        <p:txBody>
          <a:bodyPr wrap="square" lIns="0" tIns="0" rIns="0" bIns="0" rtlCol="0">
            <a:spAutoFit/>
          </a:bodyPr>
          <a:lstStyle>
            <a:lvl1pPr marL="0" indent="0">
              <a:buNone/>
              <a:defRPr lang="en-ZA" sz="900" dirty="0">
                <a:solidFill>
                  <a:schemeClr val="tx2"/>
                </a:solidFill>
              </a:defRPr>
            </a:lvl1pPr>
          </a:lstStyle>
          <a:p>
            <a:pPr marL="0" lvl="0"/>
            <a:r>
              <a:rPr lang="en-US" dirty="0"/>
              <a:t>Click to edit Master text</a:t>
            </a:r>
            <a:endParaRPr lang="en-ZA" dirty="0"/>
          </a:p>
        </p:txBody>
      </p:sp>
      <p:sp>
        <p:nvSpPr>
          <p:cNvPr id="5" name="Text Placeholder 17">
            <a:extLst>
              <a:ext uri="{FF2B5EF4-FFF2-40B4-BE49-F238E27FC236}">
                <a16:creationId xmlns:a16="http://schemas.microsoft.com/office/drawing/2014/main" id="{D3F2693F-5A3D-99C1-BCF0-6A1AA1E0E1CD}"/>
              </a:ext>
            </a:extLst>
          </p:cNvPr>
          <p:cNvSpPr>
            <a:spLocks noGrp="1"/>
          </p:cNvSpPr>
          <p:nvPr>
            <p:ph type="body" sz="quarter" idx="14"/>
          </p:nvPr>
        </p:nvSpPr>
        <p:spPr>
          <a:xfrm>
            <a:off x="8094665" y="229313"/>
            <a:ext cx="3762375" cy="124650"/>
          </a:xfrm>
          <a:noFill/>
        </p:spPr>
        <p:txBody>
          <a:bodyPr wrap="square" lIns="0" tIns="0" rIns="0" bIns="0" rtlCol="0">
            <a:spAutoFit/>
          </a:bodyPr>
          <a:lstStyle>
            <a:lvl1pPr marL="0" indent="0" algn="r">
              <a:buNone/>
              <a:defRPr lang="en-ZA" sz="900" dirty="0">
                <a:solidFill>
                  <a:schemeClr val="tx2"/>
                </a:solidFill>
              </a:defRPr>
            </a:lvl1pPr>
          </a:lstStyle>
          <a:p>
            <a:pPr marL="0" lvl="0"/>
            <a:r>
              <a:rPr lang="en-US" dirty="0"/>
              <a:t>Click to edit Master text</a:t>
            </a:r>
            <a:endParaRPr lang="en-ZA" dirty="0"/>
          </a:p>
        </p:txBody>
      </p:sp>
      <p:sp>
        <p:nvSpPr>
          <p:cNvPr id="6" name="Linie">
            <a:extLst>
              <a:ext uri="{FF2B5EF4-FFF2-40B4-BE49-F238E27FC236}">
                <a16:creationId xmlns:a16="http://schemas.microsoft.com/office/drawing/2014/main" id="{D560B2F9-B18A-C49E-4AD8-D70A183A6CD9}"/>
              </a:ext>
            </a:extLst>
          </p:cNvPr>
          <p:cNvSpPr/>
          <p:nvPr userDrawn="1"/>
        </p:nvSpPr>
        <p:spPr>
          <a:xfrm flipV="1">
            <a:off x="682624" y="1292469"/>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sp>
        <p:nvSpPr>
          <p:cNvPr id="7" name="Text Placeholder 15">
            <a:extLst>
              <a:ext uri="{FF2B5EF4-FFF2-40B4-BE49-F238E27FC236}">
                <a16:creationId xmlns:a16="http://schemas.microsoft.com/office/drawing/2014/main" id="{5DA759FE-0103-557E-001D-C4DA8BFBC348}"/>
              </a:ext>
            </a:extLst>
          </p:cNvPr>
          <p:cNvSpPr>
            <a:spLocks noGrp="1"/>
          </p:cNvSpPr>
          <p:nvPr>
            <p:ph type="body" sz="quarter" idx="12"/>
          </p:nvPr>
        </p:nvSpPr>
        <p:spPr>
          <a:xfrm>
            <a:off x="682625" y="698760"/>
            <a:ext cx="10825163" cy="368512"/>
          </a:xfrm>
        </p:spPr>
        <p:txBody>
          <a:bodyPr lIns="0" tIns="0" bIns="0">
            <a:normAutofit/>
          </a:bodyPr>
          <a:lstStyle>
            <a:lvl1pPr marL="0" indent="0">
              <a:buNone/>
              <a:defRPr sz="3000" b="1" cap="all" baseline="0">
                <a:solidFill>
                  <a:schemeClr val="tx2"/>
                </a:solidFill>
                <a:latin typeface="Avenir Next LT Pro" panose="020B0504020202020204" pitchFamily="34" charset="0"/>
              </a:defRPr>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07060F9E-4B27-DC10-E7C8-7BA3DAD8548A}"/>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BFF60522-66D8-83C9-83CE-F2193683C77E}"/>
              </a:ext>
            </a:extLst>
          </p:cNvPr>
          <p:cNvSpPr>
            <a:spLocks noGrp="1"/>
          </p:cNvSpPr>
          <p:nvPr>
            <p:ph idx="1"/>
          </p:nvPr>
        </p:nvSpPr>
        <p:spPr>
          <a:xfrm>
            <a:off x="684000" y="2033671"/>
            <a:ext cx="2486238" cy="4143291"/>
          </a:xfrm>
          <a:ln w="6350">
            <a:noFill/>
          </a:ln>
        </p:spPr>
        <p:txBody>
          <a:bodyPr>
            <a:normAutofit/>
          </a:bodyPr>
          <a:lstStyle>
            <a:lvl1pPr marL="0" indent="0">
              <a:lnSpc>
                <a:spcPct val="100000"/>
              </a:lnSpc>
              <a:buClr>
                <a:schemeClr val="tx2"/>
              </a:buClr>
              <a:buFont typeface="Wingdings" panose="05000000000000000000" pitchFamily="2" charset="2"/>
              <a:buNone/>
              <a:defRPr sz="1200"/>
            </a:lvl1pPr>
            <a:lvl2pPr marL="219075" indent="0">
              <a:lnSpc>
                <a:spcPct val="100000"/>
              </a:lnSpc>
              <a:buClr>
                <a:schemeClr val="tx2"/>
              </a:buClr>
              <a:buFont typeface="Wingdings" panose="05000000000000000000" pitchFamily="2" charset="2"/>
              <a:buNone/>
              <a:defRPr sz="1400"/>
            </a:lvl2pPr>
            <a:lvl3pPr marL="215900" indent="0">
              <a:lnSpc>
                <a:spcPct val="100000"/>
              </a:lnSpc>
              <a:buClr>
                <a:schemeClr val="tx2"/>
              </a:buClr>
              <a:buFont typeface="Wingdings" panose="05000000000000000000" pitchFamily="2" charset="2"/>
              <a:buNone/>
              <a:defRPr sz="1400"/>
            </a:lvl3pPr>
            <a:lvl4pPr>
              <a:defRPr/>
            </a:lvl4pPr>
          </a:lstStyle>
          <a:p>
            <a:pPr lvl="0"/>
            <a:r>
              <a:rPr lang="en-US" dirty="0"/>
              <a:t>Click to edit Master text styles</a:t>
            </a:r>
          </a:p>
        </p:txBody>
      </p:sp>
      <p:sp>
        <p:nvSpPr>
          <p:cNvPr id="11" name="Table Placeholder 10">
            <a:extLst>
              <a:ext uri="{FF2B5EF4-FFF2-40B4-BE49-F238E27FC236}">
                <a16:creationId xmlns:a16="http://schemas.microsoft.com/office/drawing/2014/main" id="{8313E622-9627-B489-D8C1-AF741B7ED5BB}"/>
              </a:ext>
            </a:extLst>
          </p:cNvPr>
          <p:cNvSpPr>
            <a:spLocks noGrp="1"/>
          </p:cNvSpPr>
          <p:nvPr>
            <p:ph type="tbl" sz="quarter" idx="16"/>
          </p:nvPr>
        </p:nvSpPr>
        <p:spPr>
          <a:xfrm>
            <a:off x="3462338" y="2033588"/>
            <a:ext cx="8045450" cy="4143290"/>
          </a:xfrm>
        </p:spPr>
        <p:txBody>
          <a:bodyPr/>
          <a:lstStyle/>
          <a:p>
            <a:endParaRPr lang="en-ZA" dirty="0"/>
          </a:p>
        </p:txBody>
      </p:sp>
    </p:spTree>
    <p:extLst>
      <p:ext uri="{BB962C8B-B14F-4D97-AF65-F5344CB8AC3E}">
        <p14:creationId xmlns:p14="http://schemas.microsoft.com/office/powerpoint/2010/main" val="2256444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yle 1: Picture and descriptio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320103-BD33-5E4F-CFC1-A53282A7D77A}"/>
              </a:ext>
            </a:extLst>
          </p:cNvPr>
          <p:cNvSpPr>
            <a:spLocks noGrp="1"/>
          </p:cNvSpPr>
          <p:nvPr>
            <p:ph type="sldNum" sz="quarter" idx="10"/>
          </p:nvPr>
        </p:nvSpPr>
        <p:spPr/>
        <p:txBody>
          <a:bodyPr/>
          <a:lstStyle/>
          <a:p>
            <a:fld id="{303BB4E7-ECF0-48C2-8E8B-35EF4BB93775}" type="slidenum">
              <a:rPr lang="en-ZA" smtClean="0"/>
              <a:pPr/>
              <a:t>‹#›</a:t>
            </a:fld>
            <a:endParaRPr lang="en-ZA" dirty="0"/>
          </a:p>
        </p:txBody>
      </p:sp>
      <p:sp>
        <p:nvSpPr>
          <p:cNvPr id="5" name="Text Placeholder 17">
            <a:extLst>
              <a:ext uri="{FF2B5EF4-FFF2-40B4-BE49-F238E27FC236}">
                <a16:creationId xmlns:a16="http://schemas.microsoft.com/office/drawing/2014/main" id="{D3F2693F-5A3D-99C1-BCF0-6A1AA1E0E1CD}"/>
              </a:ext>
            </a:extLst>
          </p:cNvPr>
          <p:cNvSpPr>
            <a:spLocks noGrp="1"/>
          </p:cNvSpPr>
          <p:nvPr>
            <p:ph type="body" sz="quarter" idx="14"/>
          </p:nvPr>
        </p:nvSpPr>
        <p:spPr>
          <a:xfrm>
            <a:off x="8094665" y="229313"/>
            <a:ext cx="3762375" cy="124650"/>
          </a:xfrm>
          <a:noFill/>
        </p:spPr>
        <p:txBody>
          <a:bodyPr wrap="square" lIns="0" tIns="0" rIns="0" bIns="0" rtlCol="0">
            <a:spAutoFit/>
          </a:bodyPr>
          <a:lstStyle>
            <a:lvl1pPr marL="0" indent="0" algn="r">
              <a:buNone/>
              <a:defRPr lang="en-ZA" sz="900" dirty="0">
                <a:solidFill>
                  <a:schemeClr val="tx2"/>
                </a:solidFill>
              </a:defRPr>
            </a:lvl1pPr>
          </a:lstStyle>
          <a:p>
            <a:pPr marL="0" lvl="0"/>
            <a:r>
              <a:rPr lang="en-US" dirty="0"/>
              <a:t>Click to edit Master text</a:t>
            </a:r>
            <a:endParaRPr lang="en-ZA" dirty="0"/>
          </a:p>
        </p:txBody>
      </p:sp>
      <p:sp>
        <p:nvSpPr>
          <p:cNvPr id="6" name="Linie">
            <a:extLst>
              <a:ext uri="{FF2B5EF4-FFF2-40B4-BE49-F238E27FC236}">
                <a16:creationId xmlns:a16="http://schemas.microsoft.com/office/drawing/2014/main" id="{D560B2F9-B18A-C49E-4AD8-D70A183A6CD9}"/>
              </a:ext>
            </a:extLst>
          </p:cNvPr>
          <p:cNvSpPr/>
          <p:nvPr userDrawn="1"/>
        </p:nvSpPr>
        <p:spPr>
          <a:xfrm flipV="1">
            <a:off x="9018587" y="1845044"/>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sp>
        <p:nvSpPr>
          <p:cNvPr id="7" name="Text Placeholder 15">
            <a:extLst>
              <a:ext uri="{FF2B5EF4-FFF2-40B4-BE49-F238E27FC236}">
                <a16:creationId xmlns:a16="http://schemas.microsoft.com/office/drawing/2014/main" id="{5DA759FE-0103-557E-001D-C4DA8BFBC348}"/>
              </a:ext>
            </a:extLst>
          </p:cNvPr>
          <p:cNvSpPr>
            <a:spLocks noGrp="1"/>
          </p:cNvSpPr>
          <p:nvPr>
            <p:ph type="body" sz="quarter" idx="12"/>
          </p:nvPr>
        </p:nvSpPr>
        <p:spPr>
          <a:xfrm>
            <a:off x="9020175" y="698759"/>
            <a:ext cx="2487613" cy="828773"/>
          </a:xfrm>
        </p:spPr>
        <p:txBody>
          <a:bodyPr lIns="0" tIns="0" bIns="0">
            <a:noAutofit/>
          </a:bodyPr>
          <a:lstStyle>
            <a:lvl1pPr marL="0" indent="0">
              <a:buNone/>
              <a:defRPr sz="1800" b="1" cap="all" baseline="0">
                <a:solidFill>
                  <a:schemeClr val="tx2"/>
                </a:solidFill>
                <a:latin typeface="Avenir Next LT Pro" panose="020B0504020202020204" pitchFamily="34" charset="0"/>
              </a:defRPr>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07060F9E-4B27-DC10-E7C8-7BA3DAD8548A}"/>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AE30130-AD17-5775-469A-BB58ADBC421F}"/>
              </a:ext>
            </a:extLst>
          </p:cNvPr>
          <p:cNvSpPr>
            <a:spLocks noGrp="1"/>
          </p:cNvSpPr>
          <p:nvPr>
            <p:ph type="pic" sz="quarter" idx="15"/>
          </p:nvPr>
        </p:nvSpPr>
        <p:spPr>
          <a:xfrm>
            <a:off x="0" y="1"/>
            <a:ext cx="8728075" cy="6858000"/>
          </a:xfrm>
        </p:spPr>
        <p:txBody>
          <a:bodyPr/>
          <a:lstStyle/>
          <a:p>
            <a:endParaRPr lang="en-ZA"/>
          </a:p>
        </p:txBody>
      </p:sp>
      <p:sp>
        <p:nvSpPr>
          <p:cNvPr id="4" name="Text Placeholder 17">
            <a:extLst>
              <a:ext uri="{FF2B5EF4-FFF2-40B4-BE49-F238E27FC236}">
                <a16:creationId xmlns:a16="http://schemas.microsoft.com/office/drawing/2014/main" id="{13E947E9-0B2B-9F13-AE07-0D85FFC1A21A}"/>
              </a:ext>
            </a:extLst>
          </p:cNvPr>
          <p:cNvSpPr>
            <a:spLocks noGrp="1"/>
          </p:cNvSpPr>
          <p:nvPr>
            <p:ph type="body" sz="quarter" idx="13"/>
          </p:nvPr>
        </p:nvSpPr>
        <p:spPr>
          <a:xfrm>
            <a:off x="334963" y="242452"/>
            <a:ext cx="3762375" cy="138499"/>
          </a:xfrm>
          <a:noFill/>
        </p:spPr>
        <p:txBody>
          <a:bodyPr wrap="square" lIns="0" tIns="0" rIns="0" bIns="0" rtlCol="0">
            <a:spAutoFit/>
          </a:bodyPr>
          <a:lstStyle>
            <a:lvl1pPr marL="0" indent="0">
              <a:buNone/>
              <a:defRPr lang="en-ZA" sz="900" dirty="0">
                <a:solidFill>
                  <a:schemeClr val="bg1"/>
                </a:solidFill>
              </a:defRPr>
            </a:lvl1pPr>
          </a:lstStyle>
          <a:p>
            <a:pPr marL="0" lvl="0"/>
            <a:r>
              <a:rPr lang="en-US" dirty="0"/>
              <a:t>Click to edit Master text</a:t>
            </a:r>
            <a:endParaRPr lang="en-ZA" dirty="0"/>
          </a:p>
        </p:txBody>
      </p:sp>
      <p:sp>
        <p:nvSpPr>
          <p:cNvPr id="15" name="Text Placeholder 14">
            <a:extLst>
              <a:ext uri="{FF2B5EF4-FFF2-40B4-BE49-F238E27FC236}">
                <a16:creationId xmlns:a16="http://schemas.microsoft.com/office/drawing/2014/main" id="{DA1EEB87-6DF4-7D88-A138-B6ACE091C3D0}"/>
              </a:ext>
            </a:extLst>
          </p:cNvPr>
          <p:cNvSpPr>
            <a:spLocks noGrp="1"/>
          </p:cNvSpPr>
          <p:nvPr>
            <p:ph type="body" sz="quarter" idx="16"/>
          </p:nvPr>
        </p:nvSpPr>
        <p:spPr>
          <a:xfrm>
            <a:off x="9018588" y="2362200"/>
            <a:ext cx="2487612" cy="3838575"/>
          </a:xfrm>
        </p:spPr>
        <p:txBody>
          <a:bodyPr>
            <a:normAutofit/>
          </a:bodyPr>
          <a:lstStyle>
            <a:lvl1pPr marL="0" indent="0">
              <a:buNone/>
              <a:defRPr sz="1400"/>
            </a:lvl1pPr>
          </a:lstStyle>
          <a:p>
            <a:pPr lvl="0"/>
            <a:r>
              <a:rPr lang="en-US" dirty="0"/>
              <a:t>Click to edit Master text styles</a:t>
            </a:r>
          </a:p>
        </p:txBody>
      </p:sp>
    </p:spTree>
    <p:extLst>
      <p:ext uri="{BB962C8B-B14F-4D97-AF65-F5344CB8AC3E}">
        <p14:creationId xmlns:p14="http://schemas.microsoft.com/office/powerpoint/2010/main" val="164696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yle 1: Picture, quote and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320103-BD33-5E4F-CFC1-A53282A7D77A}"/>
              </a:ext>
            </a:extLst>
          </p:cNvPr>
          <p:cNvSpPr>
            <a:spLocks noGrp="1"/>
          </p:cNvSpPr>
          <p:nvPr>
            <p:ph type="sldNum" sz="quarter" idx="10"/>
          </p:nvPr>
        </p:nvSpPr>
        <p:spPr/>
        <p:txBody>
          <a:bodyPr/>
          <a:lstStyle/>
          <a:p>
            <a:fld id="{303BB4E7-ECF0-48C2-8E8B-35EF4BB93775}" type="slidenum">
              <a:rPr lang="en-ZA" smtClean="0"/>
              <a:pPr/>
              <a:t>‹#›</a:t>
            </a:fld>
            <a:endParaRPr lang="en-ZA" dirty="0"/>
          </a:p>
        </p:txBody>
      </p:sp>
      <p:sp>
        <p:nvSpPr>
          <p:cNvPr id="5" name="Text Placeholder 17">
            <a:extLst>
              <a:ext uri="{FF2B5EF4-FFF2-40B4-BE49-F238E27FC236}">
                <a16:creationId xmlns:a16="http://schemas.microsoft.com/office/drawing/2014/main" id="{D3F2693F-5A3D-99C1-BCF0-6A1AA1E0E1CD}"/>
              </a:ext>
            </a:extLst>
          </p:cNvPr>
          <p:cNvSpPr>
            <a:spLocks noGrp="1"/>
          </p:cNvSpPr>
          <p:nvPr>
            <p:ph type="body" sz="quarter" idx="14"/>
          </p:nvPr>
        </p:nvSpPr>
        <p:spPr>
          <a:xfrm>
            <a:off x="8094665" y="229313"/>
            <a:ext cx="3762375" cy="124650"/>
          </a:xfrm>
          <a:noFill/>
        </p:spPr>
        <p:txBody>
          <a:bodyPr wrap="square" lIns="0" tIns="0" rIns="0" bIns="0" rtlCol="0">
            <a:spAutoFit/>
          </a:bodyPr>
          <a:lstStyle>
            <a:lvl1pPr marL="0" indent="0" algn="r">
              <a:buNone/>
              <a:defRPr lang="en-ZA" sz="900" dirty="0">
                <a:solidFill>
                  <a:schemeClr val="tx2"/>
                </a:solidFill>
              </a:defRPr>
            </a:lvl1pPr>
          </a:lstStyle>
          <a:p>
            <a:pPr marL="0" lvl="0"/>
            <a:r>
              <a:rPr lang="en-US" dirty="0"/>
              <a:t>Click to edit Master text</a:t>
            </a:r>
            <a:endParaRPr lang="en-ZA" dirty="0"/>
          </a:p>
        </p:txBody>
      </p:sp>
      <p:sp>
        <p:nvSpPr>
          <p:cNvPr id="6" name="Linie">
            <a:extLst>
              <a:ext uri="{FF2B5EF4-FFF2-40B4-BE49-F238E27FC236}">
                <a16:creationId xmlns:a16="http://schemas.microsoft.com/office/drawing/2014/main" id="{D560B2F9-B18A-C49E-4AD8-D70A183A6CD9}"/>
              </a:ext>
            </a:extLst>
          </p:cNvPr>
          <p:cNvSpPr/>
          <p:nvPr userDrawn="1"/>
        </p:nvSpPr>
        <p:spPr>
          <a:xfrm flipV="1">
            <a:off x="6241257" y="1845044"/>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sp>
        <p:nvSpPr>
          <p:cNvPr id="7" name="Text Placeholder 15">
            <a:extLst>
              <a:ext uri="{FF2B5EF4-FFF2-40B4-BE49-F238E27FC236}">
                <a16:creationId xmlns:a16="http://schemas.microsoft.com/office/drawing/2014/main" id="{5DA759FE-0103-557E-001D-C4DA8BFBC348}"/>
              </a:ext>
            </a:extLst>
          </p:cNvPr>
          <p:cNvSpPr>
            <a:spLocks noGrp="1"/>
          </p:cNvSpPr>
          <p:nvPr>
            <p:ph type="body" sz="quarter" idx="12"/>
          </p:nvPr>
        </p:nvSpPr>
        <p:spPr>
          <a:xfrm>
            <a:off x="6242053" y="698759"/>
            <a:ext cx="5265736" cy="828773"/>
          </a:xfrm>
        </p:spPr>
        <p:txBody>
          <a:bodyPr lIns="0" tIns="0" bIns="0">
            <a:noAutofit/>
          </a:bodyPr>
          <a:lstStyle>
            <a:lvl1pPr marL="0" indent="0">
              <a:buNone/>
              <a:defRPr sz="1800" b="1" cap="all" baseline="0">
                <a:solidFill>
                  <a:schemeClr val="tx2"/>
                </a:solidFill>
                <a:latin typeface="Avenir Next LT Pro" panose="020B0504020202020204" pitchFamily="34" charset="0"/>
              </a:defRPr>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07060F9E-4B27-DC10-E7C8-7BA3DAD8548A}"/>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AE30130-AD17-5775-469A-BB58ADBC421F}"/>
              </a:ext>
            </a:extLst>
          </p:cNvPr>
          <p:cNvSpPr>
            <a:spLocks noGrp="1"/>
          </p:cNvSpPr>
          <p:nvPr>
            <p:ph type="pic" sz="quarter" idx="15"/>
          </p:nvPr>
        </p:nvSpPr>
        <p:spPr>
          <a:xfrm>
            <a:off x="1" y="1"/>
            <a:ext cx="5949949" cy="6858000"/>
          </a:xfrm>
        </p:spPr>
        <p:txBody>
          <a:bodyPr/>
          <a:lstStyle/>
          <a:p>
            <a:endParaRPr lang="en-ZA"/>
          </a:p>
        </p:txBody>
      </p:sp>
      <p:sp>
        <p:nvSpPr>
          <p:cNvPr id="4" name="Text Placeholder 17">
            <a:extLst>
              <a:ext uri="{FF2B5EF4-FFF2-40B4-BE49-F238E27FC236}">
                <a16:creationId xmlns:a16="http://schemas.microsoft.com/office/drawing/2014/main" id="{13E947E9-0B2B-9F13-AE07-0D85FFC1A21A}"/>
              </a:ext>
            </a:extLst>
          </p:cNvPr>
          <p:cNvSpPr>
            <a:spLocks noGrp="1"/>
          </p:cNvSpPr>
          <p:nvPr>
            <p:ph type="body" sz="quarter" idx="13"/>
          </p:nvPr>
        </p:nvSpPr>
        <p:spPr>
          <a:xfrm>
            <a:off x="334963" y="242452"/>
            <a:ext cx="3762375" cy="138499"/>
          </a:xfrm>
          <a:noFill/>
        </p:spPr>
        <p:txBody>
          <a:bodyPr wrap="square" lIns="0" tIns="0" rIns="0" bIns="0" rtlCol="0">
            <a:spAutoFit/>
          </a:bodyPr>
          <a:lstStyle>
            <a:lvl1pPr marL="0" indent="0">
              <a:buNone/>
              <a:defRPr lang="en-ZA" sz="900" dirty="0">
                <a:solidFill>
                  <a:schemeClr val="bg1"/>
                </a:solidFill>
              </a:defRPr>
            </a:lvl1pPr>
          </a:lstStyle>
          <a:p>
            <a:pPr marL="0" lvl="0"/>
            <a:r>
              <a:rPr lang="en-US" dirty="0"/>
              <a:t>Click to edit Master text</a:t>
            </a:r>
            <a:endParaRPr lang="en-ZA" dirty="0"/>
          </a:p>
        </p:txBody>
      </p:sp>
      <p:sp>
        <p:nvSpPr>
          <p:cNvPr id="15" name="Text Placeholder 14">
            <a:extLst>
              <a:ext uri="{FF2B5EF4-FFF2-40B4-BE49-F238E27FC236}">
                <a16:creationId xmlns:a16="http://schemas.microsoft.com/office/drawing/2014/main" id="{DA1EEB87-6DF4-7D88-A138-B6ACE091C3D0}"/>
              </a:ext>
            </a:extLst>
          </p:cNvPr>
          <p:cNvSpPr>
            <a:spLocks noGrp="1"/>
          </p:cNvSpPr>
          <p:nvPr>
            <p:ph type="body" sz="quarter" idx="16"/>
          </p:nvPr>
        </p:nvSpPr>
        <p:spPr>
          <a:xfrm>
            <a:off x="6240464" y="2362200"/>
            <a:ext cx="5265736" cy="3838575"/>
          </a:xfrm>
        </p:spPr>
        <p:txBody>
          <a:bodyPr>
            <a:normAutofit/>
          </a:bodyPr>
          <a:lstStyle>
            <a:lvl1pPr marL="0" indent="0">
              <a:buNone/>
              <a:defRPr sz="1400"/>
            </a:lvl1pPr>
          </a:lstStyle>
          <a:p>
            <a:pPr lvl="0"/>
            <a:r>
              <a:rPr lang="en-US" dirty="0"/>
              <a:t>Click to edit Master text styles</a:t>
            </a:r>
          </a:p>
        </p:txBody>
      </p:sp>
      <p:sp>
        <p:nvSpPr>
          <p:cNvPr id="2" name="Text Placeholder 15">
            <a:extLst>
              <a:ext uri="{FF2B5EF4-FFF2-40B4-BE49-F238E27FC236}">
                <a16:creationId xmlns:a16="http://schemas.microsoft.com/office/drawing/2014/main" id="{E70AAF04-B4EF-B0BB-0F7A-16221E104F4B}"/>
              </a:ext>
            </a:extLst>
          </p:cNvPr>
          <p:cNvSpPr>
            <a:spLocks noGrp="1"/>
          </p:cNvSpPr>
          <p:nvPr>
            <p:ph type="body" sz="quarter" idx="17" hasCustomPrompt="1"/>
          </p:nvPr>
        </p:nvSpPr>
        <p:spPr>
          <a:xfrm>
            <a:off x="682625" y="2317271"/>
            <a:ext cx="4632325" cy="3883504"/>
          </a:xfrm>
        </p:spPr>
        <p:txBody>
          <a:bodyPr lIns="0" tIns="0" bIns="0">
            <a:noAutofit/>
          </a:bodyPr>
          <a:lstStyle>
            <a:lvl1pPr marL="0" indent="0">
              <a:buNone/>
              <a:defRPr sz="3200" b="1" cap="none" baseline="0">
                <a:solidFill>
                  <a:schemeClr val="bg1"/>
                </a:solidFill>
                <a:latin typeface="Avenir Next LT Pro" panose="020B05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327071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yle 1: Section Header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3D16B4-E86B-4DB1-8CC1-FE6E637A6223}"/>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Title 1">
            <a:extLst>
              <a:ext uri="{FF2B5EF4-FFF2-40B4-BE49-F238E27FC236}">
                <a16:creationId xmlns:a16="http://schemas.microsoft.com/office/drawing/2014/main" id="{D6AC6EEA-0AC8-4CD2-AF8F-A1808BBE84DA}"/>
              </a:ext>
            </a:extLst>
          </p:cNvPr>
          <p:cNvSpPr>
            <a:spLocks noGrp="1"/>
          </p:cNvSpPr>
          <p:nvPr>
            <p:ph type="title"/>
          </p:nvPr>
        </p:nvSpPr>
        <p:spPr>
          <a:xfrm>
            <a:off x="682624" y="642092"/>
            <a:ext cx="10800000" cy="1338262"/>
          </a:xfrm>
        </p:spPr>
        <p:txBody>
          <a:bodyPr anchor="t">
            <a:normAutofit/>
          </a:bodyPr>
          <a:lstStyle>
            <a:lvl1pPr>
              <a:defRPr sz="3200" b="1" cap="all" baseline="0">
                <a:solidFill>
                  <a:schemeClr val="bg1"/>
                </a:solidFill>
                <a:latin typeface="Avenir Next LT Pro" panose="020B0504020202020204" pitchFamily="34" charset="0"/>
              </a:defRPr>
            </a:lvl1pPr>
          </a:lstStyle>
          <a:p>
            <a:r>
              <a:rPr lang="en-US" dirty="0"/>
              <a:t>Click to edit Master title style</a:t>
            </a:r>
            <a:endParaRPr lang="en-ZA" dirty="0"/>
          </a:p>
        </p:txBody>
      </p:sp>
      <p:sp>
        <p:nvSpPr>
          <p:cNvPr id="11" name="Text Placeholder 2">
            <a:extLst>
              <a:ext uri="{FF2B5EF4-FFF2-40B4-BE49-F238E27FC236}">
                <a16:creationId xmlns:a16="http://schemas.microsoft.com/office/drawing/2014/main" id="{EECB9600-3285-4F0B-B11B-56434E3BA7CC}"/>
              </a:ext>
            </a:extLst>
          </p:cNvPr>
          <p:cNvSpPr>
            <a:spLocks noGrp="1"/>
          </p:cNvSpPr>
          <p:nvPr>
            <p:ph type="body" idx="1"/>
          </p:nvPr>
        </p:nvSpPr>
        <p:spPr>
          <a:xfrm>
            <a:off x="682624" y="5308650"/>
            <a:ext cx="10800000" cy="892125"/>
          </a:xfrm>
        </p:spPr>
        <p:txBody>
          <a:bodyPr anchor="b">
            <a:normAutofit/>
          </a:bodyPr>
          <a:lstStyle>
            <a:lvl1pPr marL="0" indent="0">
              <a:buNone/>
              <a:defRPr sz="180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3" name="Linie">
            <a:extLst>
              <a:ext uri="{FF2B5EF4-FFF2-40B4-BE49-F238E27FC236}">
                <a16:creationId xmlns:a16="http://schemas.microsoft.com/office/drawing/2014/main" id="{3DD5BC6F-DEDA-9F65-9E15-D86225406095}"/>
              </a:ext>
            </a:extLst>
          </p:cNvPr>
          <p:cNvSpPr/>
          <p:nvPr userDrawn="1"/>
        </p:nvSpPr>
        <p:spPr>
          <a:xfrm flipV="1">
            <a:off x="682624" y="2263430"/>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spTree>
    <p:extLst>
      <p:ext uri="{BB962C8B-B14F-4D97-AF65-F5344CB8AC3E}">
        <p14:creationId xmlns:p14="http://schemas.microsoft.com/office/powerpoint/2010/main" val="1618731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yle 1: Section Header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3D16B4-E86B-4DB1-8CC1-FE6E637A6223}"/>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Title 1">
            <a:extLst>
              <a:ext uri="{FF2B5EF4-FFF2-40B4-BE49-F238E27FC236}">
                <a16:creationId xmlns:a16="http://schemas.microsoft.com/office/drawing/2014/main" id="{D6AC6EEA-0AC8-4CD2-AF8F-A1808BBE84DA}"/>
              </a:ext>
            </a:extLst>
          </p:cNvPr>
          <p:cNvSpPr>
            <a:spLocks noGrp="1"/>
          </p:cNvSpPr>
          <p:nvPr>
            <p:ph type="title"/>
          </p:nvPr>
        </p:nvSpPr>
        <p:spPr>
          <a:xfrm>
            <a:off x="682624" y="642092"/>
            <a:ext cx="10800000" cy="1338262"/>
          </a:xfrm>
        </p:spPr>
        <p:txBody>
          <a:bodyPr anchor="t">
            <a:normAutofit/>
          </a:bodyPr>
          <a:lstStyle>
            <a:lvl1pPr>
              <a:defRPr sz="3200" b="1" cap="all" baseline="0">
                <a:solidFill>
                  <a:schemeClr val="tx2"/>
                </a:solidFill>
                <a:latin typeface="Avenir Next LT Pro" panose="020B0504020202020204" pitchFamily="34" charset="0"/>
              </a:defRPr>
            </a:lvl1pPr>
          </a:lstStyle>
          <a:p>
            <a:r>
              <a:rPr lang="en-US" dirty="0"/>
              <a:t>Click to edit Master title style</a:t>
            </a:r>
            <a:endParaRPr lang="en-ZA" dirty="0"/>
          </a:p>
        </p:txBody>
      </p:sp>
      <p:sp>
        <p:nvSpPr>
          <p:cNvPr id="11" name="Text Placeholder 2">
            <a:extLst>
              <a:ext uri="{FF2B5EF4-FFF2-40B4-BE49-F238E27FC236}">
                <a16:creationId xmlns:a16="http://schemas.microsoft.com/office/drawing/2014/main" id="{EECB9600-3285-4F0B-B11B-56434E3BA7CC}"/>
              </a:ext>
            </a:extLst>
          </p:cNvPr>
          <p:cNvSpPr>
            <a:spLocks noGrp="1"/>
          </p:cNvSpPr>
          <p:nvPr>
            <p:ph type="body" idx="1"/>
          </p:nvPr>
        </p:nvSpPr>
        <p:spPr>
          <a:xfrm>
            <a:off x="682624" y="5308650"/>
            <a:ext cx="10800000" cy="892125"/>
          </a:xfrm>
        </p:spPr>
        <p:txBody>
          <a:bodyPr anchor="b">
            <a:normAutofit/>
          </a:bodyPr>
          <a:lstStyle>
            <a:lvl1pPr marL="0" indent="0">
              <a:buNone/>
              <a:defRPr sz="1800">
                <a:solidFill>
                  <a:schemeClr val="tx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3" name="Linie">
            <a:extLst>
              <a:ext uri="{FF2B5EF4-FFF2-40B4-BE49-F238E27FC236}">
                <a16:creationId xmlns:a16="http://schemas.microsoft.com/office/drawing/2014/main" id="{3DD5BC6F-DEDA-9F65-9E15-D86225406095}"/>
              </a:ext>
            </a:extLst>
          </p:cNvPr>
          <p:cNvSpPr/>
          <p:nvPr userDrawn="1"/>
        </p:nvSpPr>
        <p:spPr>
          <a:xfrm flipV="1">
            <a:off x="682624" y="2263430"/>
            <a:ext cx="1562101" cy="18754"/>
          </a:xfrm>
          <a:prstGeom prst="line">
            <a:avLst/>
          </a:prstGeom>
          <a:ln w="101600">
            <a:solidFill>
              <a:schemeClr val="bg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spTree>
    <p:extLst>
      <p:ext uri="{BB962C8B-B14F-4D97-AF65-F5344CB8AC3E}">
        <p14:creationId xmlns:p14="http://schemas.microsoft.com/office/powerpoint/2010/main" val="34223110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tyle 1: Quick Title Slid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3D16B4-E86B-4DB1-8CC1-FE6E637A6223}"/>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Title 1">
            <a:extLst>
              <a:ext uri="{FF2B5EF4-FFF2-40B4-BE49-F238E27FC236}">
                <a16:creationId xmlns:a16="http://schemas.microsoft.com/office/drawing/2014/main" id="{D6AC6EEA-0AC8-4CD2-AF8F-A1808BBE84DA}"/>
              </a:ext>
            </a:extLst>
          </p:cNvPr>
          <p:cNvSpPr>
            <a:spLocks noGrp="1"/>
          </p:cNvSpPr>
          <p:nvPr>
            <p:ph type="title"/>
          </p:nvPr>
        </p:nvSpPr>
        <p:spPr>
          <a:xfrm>
            <a:off x="682624" y="642092"/>
            <a:ext cx="10800000" cy="1338262"/>
          </a:xfrm>
        </p:spPr>
        <p:txBody>
          <a:bodyPr anchor="t">
            <a:normAutofit/>
          </a:bodyPr>
          <a:lstStyle>
            <a:lvl1pPr>
              <a:defRPr sz="3200" b="1" cap="all" baseline="0">
                <a:solidFill>
                  <a:schemeClr val="bg1"/>
                </a:solidFill>
                <a:latin typeface="Avenir Next LT Pro" panose="020B0504020202020204" pitchFamily="34" charset="0"/>
              </a:defRPr>
            </a:lvl1pPr>
          </a:lstStyle>
          <a:p>
            <a:r>
              <a:rPr lang="en-US" dirty="0"/>
              <a:t>Click to edit Master title style</a:t>
            </a:r>
            <a:endParaRPr lang="en-ZA" dirty="0"/>
          </a:p>
        </p:txBody>
      </p:sp>
      <p:sp>
        <p:nvSpPr>
          <p:cNvPr id="11" name="Text Placeholder 2">
            <a:extLst>
              <a:ext uri="{FF2B5EF4-FFF2-40B4-BE49-F238E27FC236}">
                <a16:creationId xmlns:a16="http://schemas.microsoft.com/office/drawing/2014/main" id="{EECB9600-3285-4F0B-B11B-56434E3BA7CC}"/>
              </a:ext>
            </a:extLst>
          </p:cNvPr>
          <p:cNvSpPr>
            <a:spLocks noGrp="1"/>
          </p:cNvSpPr>
          <p:nvPr>
            <p:ph type="body" idx="1"/>
          </p:nvPr>
        </p:nvSpPr>
        <p:spPr>
          <a:xfrm>
            <a:off x="709376" y="2930074"/>
            <a:ext cx="8020286" cy="892125"/>
          </a:xfrm>
        </p:spPr>
        <p:txBody>
          <a:bodyPr anchor="t">
            <a:normAutofit/>
          </a:bodyPr>
          <a:lstStyle>
            <a:lvl1pPr marL="0" indent="0">
              <a:buNone/>
              <a:defRPr sz="180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3" name="Linie">
            <a:extLst>
              <a:ext uri="{FF2B5EF4-FFF2-40B4-BE49-F238E27FC236}">
                <a16:creationId xmlns:a16="http://schemas.microsoft.com/office/drawing/2014/main" id="{3DD5BC6F-DEDA-9F65-9E15-D86225406095}"/>
              </a:ext>
            </a:extLst>
          </p:cNvPr>
          <p:cNvSpPr/>
          <p:nvPr userDrawn="1"/>
        </p:nvSpPr>
        <p:spPr>
          <a:xfrm flipV="1">
            <a:off x="682624" y="2263430"/>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pic>
        <p:nvPicPr>
          <p:cNvPr id="4" name="Picture 3">
            <a:extLst>
              <a:ext uri="{FF2B5EF4-FFF2-40B4-BE49-F238E27FC236}">
                <a16:creationId xmlns:a16="http://schemas.microsoft.com/office/drawing/2014/main" id="{DA604C3A-2F2A-3732-4C4A-5871222DC118}"/>
              </a:ext>
            </a:extLst>
          </p:cNvPr>
          <p:cNvPicPr>
            <a:picLocks noChangeAspect="1"/>
          </p:cNvPicPr>
          <p:nvPr userDrawn="1"/>
        </p:nvPicPr>
        <p:blipFill>
          <a:blip r:embed="rId2"/>
          <a:stretch>
            <a:fillRect/>
          </a:stretch>
        </p:blipFill>
        <p:spPr>
          <a:xfrm>
            <a:off x="9483191" y="5205515"/>
            <a:ext cx="1981712" cy="995260"/>
          </a:xfrm>
          <a:prstGeom prst="rect">
            <a:avLst/>
          </a:prstGeom>
        </p:spPr>
      </p:pic>
    </p:spTree>
    <p:extLst>
      <p:ext uri="{BB962C8B-B14F-4D97-AF65-F5344CB8AC3E}">
        <p14:creationId xmlns:p14="http://schemas.microsoft.com/office/powerpoint/2010/main" val="3790735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tyle 1: Quick Title Slide 2">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6AC6EEA-0AC8-4CD2-AF8F-A1808BBE84DA}"/>
              </a:ext>
            </a:extLst>
          </p:cNvPr>
          <p:cNvSpPr>
            <a:spLocks noGrp="1"/>
          </p:cNvSpPr>
          <p:nvPr>
            <p:ph type="title"/>
          </p:nvPr>
        </p:nvSpPr>
        <p:spPr>
          <a:xfrm>
            <a:off x="682624" y="642092"/>
            <a:ext cx="10800000" cy="1338262"/>
          </a:xfrm>
        </p:spPr>
        <p:txBody>
          <a:bodyPr anchor="t">
            <a:normAutofit/>
          </a:bodyPr>
          <a:lstStyle>
            <a:lvl1pPr>
              <a:defRPr sz="3200" b="1" cap="all" baseline="0">
                <a:solidFill>
                  <a:schemeClr val="tx2"/>
                </a:solidFill>
                <a:latin typeface="Avenir Next LT Pro" panose="020B0504020202020204" pitchFamily="34" charset="0"/>
              </a:defRPr>
            </a:lvl1pPr>
          </a:lstStyle>
          <a:p>
            <a:r>
              <a:rPr lang="en-US" dirty="0"/>
              <a:t>Click to edit Master title style</a:t>
            </a:r>
            <a:endParaRPr lang="en-ZA" dirty="0"/>
          </a:p>
        </p:txBody>
      </p:sp>
      <p:sp>
        <p:nvSpPr>
          <p:cNvPr id="11" name="Text Placeholder 2">
            <a:extLst>
              <a:ext uri="{FF2B5EF4-FFF2-40B4-BE49-F238E27FC236}">
                <a16:creationId xmlns:a16="http://schemas.microsoft.com/office/drawing/2014/main" id="{EECB9600-3285-4F0B-B11B-56434E3BA7CC}"/>
              </a:ext>
            </a:extLst>
          </p:cNvPr>
          <p:cNvSpPr>
            <a:spLocks noGrp="1"/>
          </p:cNvSpPr>
          <p:nvPr>
            <p:ph type="body" idx="1"/>
          </p:nvPr>
        </p:nvSpPr>
        <p:spPr>
          <a:xfrm>
            <a:off x="709376" y="2930074"/>
            <a:ext cx="8020286" cy="892125"/>
          </a:xfrm>
        </p:spPr>
        <p:txBody>
          <a:bodyPr anchor="t">
            <a:normAutofit/>
          </a:bodyPr>
          <a:lstStyle>
            <a:lvl1pPr marL="0" indent="0">
              <a:buNone/>
              <a:defRPr sz="1800">
                <a:solidFill>
                  <a:schemeClr val="tx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3" name="Linie">
            <a:extLst>
              <a:ext uri="{FF2B5EF4-FFF2-40B4-BE49-F238E27FC236}">
                <a16:creationId xmlns:a16="http://schemas.microsoft.com/office/drawing/2014/main" id="{3DD5BC6F-DEDA-9F65-9E15-D86225406095}"/>
              </a:ext>
            </a:extLst>
          </p:cNvPr>
          <p:cNvSpPr/>
          <p:nvPr userDrawn="1"/>
        </p:nvSpPr>
        <p:spPr>
          <a:xfrm flipV="1">
            <a:off x="682624" y="2263430"/>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pic>
        <p:nvPicPr>
          <p:cNvPr id="4" name="Picture 3">
            <a:extLst>
              <a:ext uri="{FF2B5EF4-FFF2-40B4-BE49-F238E27FC236}">
                <a16:creationId xmlns:a16="http://schemas.microsoft.com/office/drawing/2014/main" id="{DA604C3A-2F2A-3732-4C4A-5871222DC118}"/>
              </a:ext>
            </a:extLst>
          </p:cNvPr>
          <p:cNvPicPr>
            <a:picLocks noChangeAspect="1"/>
          </p:cNvPicPr>
          <p:nvPr userDrawn="1"/>
        </p:nvPicPr>
        <p:blipFill>
          <a:blip r:embed="rId2"/>
          <a:stretch>
            <a:fillRect/>
          </a:stretch>
        </p:blipFill>
        <p:spPr>
          <a:xfrm>
            <a:off x="9483191" y="5205515"/>
            <a:ext cx="1981712" cy="995260"/>
          </a:xfrm>
          <a:prstGeom prst="rect">
            <a:avLst/>
          </a:prstGeom>
        </p:spPr>
      </p:pic>
      <p:sp>
        <p:nvSpPr>
          <p:cNvPr id="5" name="Rectangle 4">
            <a:extLst>
              <a:ext uri="{FF2B5EF4-FFF2-40B4-BE49-F238E27FC236}">
                <a16:creationId xmlns:a16="http://schemas.microsoft.com/office/drawing/2014/main" id="{2BD2F07F-7D4C-3256-1859-942F5A485EB1}"/>
              </a:ext>
            </a:extLst>
          </p:cNvPr>
          <p:cNvSpPr/>
          <p:nvPr userDrawn="1"/>
        </p:nvSpPr>
        <p:spPr>
          <a:xfrm>
            <a:off x="11344940" y="6411433"/>
            <a:ext cx="542260" cy="2445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7" name="Picture 6">
            <a:extLst>
              <a:ext uri="{FF2B5EF4-FFF2-40B4-BE49-F238E27FC236}">
                <a16:creationId xmlns:a16="http://schemas.microsoft.com/office/drawing/2014/main" id="{D1CF780C-D85A-0053-2A15-7EB32401CEBA}"/>
              </a:ext>
            </a:extLst>
          </p:cNvPr>
          <p:cNvPicPr>
            <a:picLocks noChangeAspect="1"/>
          </p:cNvPicPr>
          <p:nvPr userDrawn="1"/>
        </p:nvPicPr>
        <p:blipFill>
          <a:blip r:embed="rId3"/>
          <a:stretch>
            <a:fillRect/>
          </a:stretch>
        </p:blipFill>
        <p:spPr>
          <a:xfrm>
            <a:off x="9482400" y="5205600"/>
            <a:ext cx="1983600" cy="996208"/>
          </a:xfrm>
          <a:prstGeom prst="rect">
            <a:avLst/>
          </a:prstGeom>
        </p:spPr>
      </p:pic>
    </p:spTree>
    <p:extLst>
      <p:ext uri="{BB962C8B-B14F-4D97-AF65-F5344CB8AC3E}">
        <p14:creationId xmlns:p14="http://schemas.microsoft.com/office/powerpoint/2010/main" val="1064893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yle 1: Quick Title Slide 3">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25A07AEC-1B9F-9CD8-AA57-C1C66AF4448E}"/>
              </a:ext>
            </a:extLst>
          </p:cNvPr>
          <p:cNvSpPr>
            <a:spLocks noGrp="1"/>
          </p:cNvSpPr>
          <p:nvPr>
            <p:ph type="pic" sz="quarter" idx="10"/>
          </p:nvPr>
        </p:nvSpPr>
        <p:spPr>
          <a:xfrm>
            <a:off x="0" y="0"/>
            <a:ext cx="12192000" cy="6858000"/>
          </a:xfrm>
        </p:spPr>
        <p:txBody>
          <a:bodyPr/>
          <a:lstStyle/>
          <a:p>
            <a:endParaRPr lang="en-ZA"/>
          </a:p>
        </p:txBody>
      </p:sp>
      <p:sp>
        <p:nvSpPr>
          <p:cNvPr id="10" name="Title 1">
            <a:extLst>
              <a:ext uri="{FF2B5EF4-FFF2-40B4-BE49-F238E27FC236}">
                <a16:creationId xmlns:a16="http://schemas.microsoft.com/office/drawing/2014/main" id="{D6AC6EEA-0AC8-4CD2-AF8F-A1808BBE84DA}"/>
              </a:ext>
            </a:extLst>
          </p:cNvPr>
          <p:cNvSpPr>
            <a:spLocks noGrp="1"/>
          </p:cNvSpPr>
          <p:nvPr>
            <p:ph type="title"/>
          </p:nvPr>
        </p:nvSpPr>
        <p:spPr>
          <a:xfrm>
            <a:off x="682624" y="642092"/>
            <a:ext cx="10800000" cy="1338262"/>
          </a:xfrm>
        </p:spPr>
        <p:txBody>
          <a:bodyPr anchor="t">
            <a:normAutofit/>
          </a:bodyPr>
          <a:lstStyle>
            <a:lvl1pPr>
              <a:defRPr sz="3200" b="1" cap="all" baseline="0">
                <a:solidFill>
                  <a:schemeClr val="bg1"/>
                </a:solidFill>
                <a:latin typeface="Avenir Next LT Pro" panose="020B0504020202020204" pitchFamily="34" charset="0"/>
              </a:defRPr>
            </a:lvl1pPr>
          </a:lstStyle>
          <a:p>
            <a:r>
              <a:rPr lang="en-US" dirty="0"/>
              <a:t>Click to edit Master title style</a:t>
            </a:r>
            <a:endParaRPr lang="en-ZA" dirty="0"/>
          </a:p>
        </p:txBody>
      </p:sp>
      <p:sp>
        <p:nvSpPr>
          <p:cNvPr id="11" name="Text Placeholder 2">
            <a:extLst>
              <a:ext uri="{FF2B5EF4-FFF2-40B4-BE49-F238E27FC236}">
                <a16:creationId xmlns:a16="http://schemas.microsoft.com/office/drawing/2014/main" id="{EECB9600-3285-4F0B-B11B-56434E3BA7CC}"/>
              </a:ext>
            </a:extLst>
          </p:cNvPr>
          <p:cNvSpPr>
            <a:spLocks noGrp="1"/>
          </p:cNvSpPr>
          <p:nvPr>
            <p:ph type="body" idx="1"/>
          </p:nvPr>
        </p:nvSpPr>
        <p:spPr>
          <a:xfrm>
            <a:off x="709376" y="2930074"/>
            <a:ext cx="8020286" cy="892125"/>
          </a:xfrm>
        </p:spPr>
        <p:txBody>
          <a:bodyPr anchor="t">
            <a:normAutofit/>
          </a:bodyPr>
          <a:lstStyle>
            <a:lvl1pPr marL="0" indent="0">
              <a:buNone/>
              <a:defRPr sz="180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3" name="Linie">
            <a:extLst>
              <a:ext uri="{FF2B5EF4-FFF2-40B4-BE49-F238E27FC236}">
                <a16:creationId xmlns:a16="http://schemas.microsoft.com/office/drawing/2014/main" id="{3DD5BC6F-DEDA-9F65-9E15-D86225406095}"/>
              </a:ext>
            </a:extLst>
          </p:cNvPr>
          <p:cNvSpPr/>
          <p:nvPr userDrawn="1"/>
        </p:nvSpPr>
        <p:spPr>
          <a:xfrm flipV="1">
            <a:off x="682624" y="2263430"/>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pic>
        <p:nvPicPr>
          <p:cNvPr id="7" name="Picture 6">
            <a:extLst>
              <a:ext uri="{FF2B5EF4-FFF2-40B4-BE49-F238E27FC236}">
                <a16:creationId xmlns:a16="http://schemas.microsoft.com/office/drawing/2014/main" id="{EBE30EE8-FEE0-54CD-1582-DAD2C5241428}"/>
              </a:ext>
            </a:extLst>
          </p:cNvPr>
          <p:cNvPicPr>
            <a:picLocks noChangeAspect="1"/>
          </p:cNvPicPr>
          <p:nvPr userDrawn="1"/>
        </p:nvPicPr>
        <p:blipFill>
          <a:blip r:embed="rId2"/>
          <a:stretch>
            <a:fillRect/>
          </a:stretch>
        </p:blipFill>
        <p:spPr>
          <a:xfrm>
            <a:off x="9483191" y="5205515"/>
            <a:ext cx="1981712" cy="995260"/>
          </a:xfrm>
          <a:prstGeom prst="rect">
            <a:avLst/>
          </a:prstGeom>
        </p:spPr>
      </p:pic>
    </p:spTree>
    <p:extLst>
      <p:ext uri="{BB962C8B-B14F-4D97-AF65-F5344CB8AC3E}">
        <p14:creationId xmlns:p14="http://schemas.microsoft.com/office/powerpoint/2010/main" val="1751739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tyle 2: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74433-7F1A-4C14-BDC9-292F609A20C5}"/>
              </a:ext>
            </a:extLst>
          </p:cNvPr>
          <p:cNvSpPr>
            <a:spLocks noGrp="1"/>
          </p:cNvSpPr>
          <p:nvPr>
            <p:ph type="title"/>
          </p:nvPr>
        </p:nvSpPr>
        <p:spPr>
          <a:xfrm>
            <a:off x="684000" y="54000"/>
            <a:ext cx="10823788" cy="656367"/>
          </a:xfrm>
        </p:spPr>
        <p:txBody>
          <a:bodyPr>
            <a:normAutofit/>
          </a:bodyPr>
          <a:lstStyle>
            <a:lvl1pPr algn="l">
              <a:defRPr sz="2800" b="1">
                <a:solidFill>
                  <a:schemeClr val="tx2"/>
                </a:solidFill>
                <a:latin typeface="Avenir Next LT Pro" panose="020B0504020202020204" pitchFamily="34" charset="0"/>
              </a:defRPr>
            </a:lvl1pPr>
          </a:lstStyle>
          <a:p>
            <a:r>
              <a:rPr lang="en-US" dirty="0"/>
              <a:t>Click to edit Master title style</a:t>
            </a:r>
            <a:endParaRPr lang="en-ZA" dirty="0"/>
          </a:p>
        </p:txBody>
      </p:sp>
      <p:sp>
        <p:nvSpPr>
          <p:cNvPr id="3" name="Content Placeholder 2">
            <a:extLst>
              <a:ext uri="{FF2B5EF4-FFF2-40B4-BE49-F238E27FC236}">
                <a16:creationId xmlns:a16="http://schemas.microsoft.com/office/drawing/2014/main" id="{16CB7DA7-FE8B-43E3-9DC4-03AE723CD4D9}"/>
              </a:ext>
            </a:extLst>
          </p:cNvPr>
          <p:cNvSpPr>
            <a:spLocks noGrp="1"/>
          </p:cNvSpPr>
          <p:nvPr>
            <p:ph idx="1"/>
          </p:nvPr>
        </p:nvSpPr>
        <p:spPr>
          <a:xfrm>
            <a:off x="684000" y="1008001"/>
            <a:ext cx="10823788" cy="5168962"/>
          </a:xfrm>
        </p:spPr>
        <p:txBody>
          <a:bodyPr/>
          <a:lstStyle>
            <a:lvl1pPr marL="342900" indent="-342900">
              <a:lnSpc>
                <a:spcPct val="100000"/>
              </a:lnSpc>
              <a:buClr>
                <a:schemeClr val="tx2"/>
              </a:buClr>
              <a:buFont typeface="Wingdings" panose="05000000000000000000" pitchFamily="2" charset="2"/>
              <a:buChar char="§"/>
              <a:defRPr/>
            </a:lvl1pPr>
            <a:lvl2pPr marL="447675" indent="-228600">
              <a:lnSpc>
                <a:spcPct val="100000"/>
              </a:lnSpc>
              <a:buClr>
                <a:schemeClr val="tx2"/>
              </a:buClr>
              <a:buFont typeface="Wingdings" panose="05000000000000000000" pitchFamily="2" charset="2"/>
              <a:buChar char="§"/>
              <a:defRPr sz="1800"/>
            </a:lvl2pPr>
            <a:lvl3pPr marL="444500" indent="-228600">
              <a:lnSpc>
                <a:spcPct val="100000"/>
              </a:lnSpc>
              <a:buClr>
                <a:schemeClr val="tx2"/>
              </a:buClr>
              <a:buFont typeface="Wingdings" panose="05000000000000000000" pitchFamily="2" charset="2"/>
              <a:buChar char="§"/>
              <a:defRPr sz="1600"/>
            </a:lvl3pPr>
            <a:lvl4pPr>
              <a:defRPr/>
            </a:lvl4pPr>
          </a:lstStyle>
          <a:p>
            <a:pPr lvl="0"/>
            <a:r>
              <a:rPr lang="en-US" dirty="0"/>
              <a:t>Click to edit Master text styles</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E1454A3B-833A-4DEB-B502-0A2B8F6071EE}"/>
              </a:ext>
            </a:extLst>
          </p:cNvPr>
          <p:cNvSpPr>
            <a:spLocks noGrp="1"/>
          </p:cNvSpPr>
          <p:nvPr>
            <p:ph type="sldNum" sz="quarter" idx="4"/>
          </p:nvPr>
        </p:nvSpPr>
        <p:spPr>
          <a:xfrm>
            <a:off x="255600" y="6400800"/>
            <a:ext cx="527222" cy="365125"/>
          </a:xfrm>
          <a:prstGeom prst="rect">
            <a:avLst/>
          </a:prstGeom>
        </p:spPr>
        <p:txBody>
          <a:bodyPr vert="horz" lIns="91440" tIns="45720" rIns="91440" bIns="45720" rtlCol="0" anchor="ctr"/>
          <a:lstStyle>
            <a:lvl1pPr algn="l">
              <a:defRPr sz="1000" b="1">
                <a:solidFill>
                  <a:schemeClr val="tx2"/>
                </a:solidFill>
              </a:defRPr>
            </a:lvl1pPr>
          </a:lstStyle>
          <a:p>
            <a:fld id="{303BB4E7-ECF0-48C2-8E8B-35EF4BB93775}" type="slidenum">
              <a:rPr lang="en-ZA" smtClean="0"/>
              <a:pPr/>
              <a:t>‹#›</a:t>
            </a:fld>
            <a:endParaRPr lang="en-ZA" dirty="0"/>
          </a:p>
        </p:txBody>
      </p:sp>
      <p:sp>
        <p:nvSpPr>
          <p:cNvPr id="5" name="Linie">
            <a:extLst>
              <a:ext uri="{FF2B5EF4-FFF2-40B4-BE49-F238E27FC236}">
                <a16:creationId xmlns:a16="http://schemas.microsoft.com/office/drawing/2014/main" id="{2FD29625-F463-62AE-1381-B2439892B8BD}"/>
              </a:ext>
            </a:extLst>
          </p:cNvPr>
          <p:cNvSpPr/>
          <p:nvPr userDrawn="1"/>
        </p:nvSpPr>
        <p:spPr>
          <a:xfrm flipV="1">
            <a:off x="-1227138" y="372806"/>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cxnSp>
        <p:nvCxnSpPr>
          <p:cNvPr id="12" name="Straight Connector 11">
            <a:extLst>
              <a:ext uri="{FF2B5EF4-FFF2-40B4-BE49-F238E27FC236}">
                <a16:creationId xmlns:a16="http://schemas.microsoft.com/office/drawing/2014/main" id="{E346A27E-7E5B-50E4-D886-D843594D803D}"/>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9790455"/>
      </p:ext>
    </p:extLst>
  </p:cSld>
  <p:clrMapOvr>
    <a:masterClrMapping/>
  </p:clrMapOvr>
  <p:hf hdr="0" ftr="0" dt="0"/>
  <p:extLst>
    <p:ext uri="{DCECCB84-F9BA-43D5-87BE-67443E8EF086}">
      <p15:sldGuideLst xmlns:p15="http://schemas.microsoft.com/office/powerpoint/2012/main">
        <p15:guide id="1"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yle 2: Title and 2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34EE84-C958-47C4-9A81-8E137A055EDF}"/>
              </a:ext>
            </a:extLst>
          </p:cNvPr>
          <p:cNvSpPr>
            <a:spLocks noGrp="1"/>
          </p:cNvSpPr>
          <p:nvPr>
            <p:ph sz="half" idx="1"/>
          </p:nvPr>
        </p:nvSpPr>
        <p:spPr>
          <a:xfrm>
            <a:off x="684000" y="1008000"/>
            <a:ext cx="5265950" cy="5168962"/>
          </a:xfrm>
        </p:spPr>
        <p:txBody>
          <a:bodyPr/>
          <a:lstStyle>
            <a:lvl1pPr marL="228600" indent="-228600">
              <a:buFont typeface="Wingdings" panose="05000000000000000000" pitchFamily="2" charset="2"/>
              <a:buChar char="§"/>
              <a:defRPr/>
            </a:lvl1pPr>
            <a:lvl2pPr marL="447675" indent="-228600">
              <a:buFont typeface="Wingdings" panose="05000000000000000000" pitchFamily="2" charset="2"/>
              <a:buChar char="§"/>
              <a:defRPr/>
            </a:lvl2pPr>
            <a:lvl3pPr marL="444500" indent="-228600">
              <a:buFont typeface="Wingdings" panose="05000000000000000000" pitchFamily="2" charset="2"/>
              <a:buChar char="§"/>
              <a:defRPr sz="1400"/>
            </a:lvl3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6F33A480-3EF6-464F-B7AA-13FDE3310A12}"/>
              </a:ext>
            </a:extLst>
          </p:cNvPr>
          <p:cNvSpPr>
            <a:spLocks noGrp="1"/>
          </p:cNvSpPr>
          <p:nvPr>
            <p:ph sz="half" idx="2"/>
          </p:nvPr>
        </p:nvSpPr>
        <p:spPr>
          <a:xfrm>
            <a:off x="6242051" y="1008001"/>
            <a:ext cx="5239851" cy="5168962"/>
          </a:xfrm>
        </p:spPr>
        <p:txBody>
          <a:bodyPr/>
          <a:lstStyle>
            <a:lvl1pPr marL="228600" indent="-228600">
              <a:buFont typeface="Wingdings" panose="05000000000000000000" pitchFamily="2" charset="2"/>
              <a:buChar char="§"/>
              <a:defRPr/>
            </a:lvl1pPr>
            <a:lvl2pPr marL="447675" indent="-228600">
              <a:buFont typeface="Wingdings" panose="05000000000000000000" pitchFamily="2" charset="2"/>
              <a:buChar char="§"/>
              <a:defRPr/>
            </a:lvl2pPr>
            <a:lvl3pPr marL="444500" indent="-228600">
              <a:buFont typeface="Wingdings" panose="05000000000000000000" pitchFamily="2" charset="2"/>
              <a:buChar char="§"/>
              <a:defRPr sz="1400"/>
            </a:lvl3pPr>
          </a:lstStyle>
          <a:p>
            <a:pPr lvl="0"/>
            <a:r>
              <a:rPr lang="en-US" dirty="0"/>
              <a:t>Click to edit Master text styles</a:t>
            </a:r>
          </a:p>
          <a:p>
            <a:pPr lvl="1"/>
            <a:r>
              <a:rPr lang="en-US" dirty="0"/>
              <a:t>Second level</a:t>
            </a:r>
          </a:p>
          <a:p>
            <a:pPr lvl="2"/>
            <a:r>
              <a:rPr lang="en-US" dirty="0"/>
              <a:t>Third level</a:t>
            </a:r>
          </a:p>
        </p:txBody>
      </p:sp>
      <p:sp>
        <p:nvSpPr>
          <p:cNvPr id="7" name="Slide Number Placeholder 5">
            <a:extLst>
              <a:ext uri="{FF2B5EF4-FFF2-40B4-BE49-F238E27FC236}">
                <a16:creationId xmlns:a16="http://schemas.microsoft.com/office/drawing/2014/main" id="{F048AD47-E63C-478C-B35C-F11354DB9EB9}"/>
              </a:ext>
            </a:extLst>
          </p:cNvPr>
          <p:cNvSpPr>
            <a:spLocks noGrp="1"/>
          </p:cNvSpPr>
          <p:nvPr>
            <p:ph type="sldNum" sz="quarter" idx="4"/>
          </p:nvPr>
        </p:nvSpPr>
        <p:spPr>
          <a:xfrm>
            <a:off x="168103" y="6390296"/>
            <a:ext cx="527222" cy="365125"/>
          </a:xfrm>
          <a:prstGeom prst="rect">
            <a:avLst/>
          </a:prstGeom>
        </p:spPr>
        <p:txBody>
          <a:bodyPr vert="horz" lIns="91440" tIns="45720" rIns="91440" bIns="45720" rtlCol="0" anchor="ctr"/>
          <a:lstStyle>
            <a:lvl1pPr algn="ctr">
              <a:defRPr sz="1000" b="1">
                <a:solidFill>
                  <a:schemeClr val="tx2"/>
                </a:solidFill>
              </a:defRPr>
            </a:lvl1pPr>
          </a:lstStyle>
          <a:p>
            <a:fld id="{303BB4E7-ECF0-48C2-8E8B-35EF4BB93775}" type="slidenum">
              <a:rPr lang="en-ZA" smtClean="0"/>
              <a:pPr/>
              <a:t>‹#›</a:t>
            </a:fld>
            <a:endParaRPr lang="en-ZA" dirty="0"/>
          </a:p>
        </p:txBody>
      </p:sp>
      <p:sp>
        <p:nvSpPr>
          <p:cNvPr id="6" name="Title 1">
            <a:extLst>
              <a:ext uri="{FF2B5EF4-FFF2-40B4-BE49-F238E27FC236}">
                <a16:creationId xmlns:a16="http://schemas.microsoft.com/office/drawing/2014/main" id="{5B649906-A364-3366-7299-3FDFA0F5527D}"/>
              </a:ext>
            </a:extLst>
          </p:cNvPr>
          <p:cNvSpPr>
            <a:spLocks noGrp="1"/>
          </p:cNvSpPr>
          <p:nvPr>
            <p:ph type="title"/>
          </p:nvPr>
        </p:nvSpPr>
        <p:spPr>
          <a:xfrm>
            <a:off x="684000" y="54000"/>
            <a:ext cx="10823788" cy="656367"/>
          </a:xfrm>
        </p:spPr>
        <p:txBody>
          <a:bodyPr>
            <a:normAutofit/>
          </a:bodyPr>
          <a:lstStyle>
            <a:lvl1pPr algn="l">
              <a:defRPr sz="2800" b="1">
                <a:solidFill>
                  <a:schemeClr val="tx2"/>
                </a:solidFill>
                <a:latin typeface="Avenir Next LT Pro" panose="020B0504020202020204" pitchFamily="34" charset="0"/>
              </a:defRPr>
            </a:lvl1pPr>
          </a:lstStyle>
          <a:p>
            <a:r>
              <a:rPr lang="en-US" dirty="0"/>
              <a:t>Click to edit Master title style</a:t>
            </a:r>
            <a:endParaRPr lang="en-ZA" dirty="0"/>
          </a:p>
        </p:txBody>
      </p:sp>
      <p:sp>
        <p:nvSpPr>
          <p:cNvPr id="11" name="Linie">
            <a:extLst>
              <a:ext uri="{FF2B5EF4-FFF2-40B4-BE49-F238E27FC236}">
                <a16:creationId xmlns:a16="http://schemas.microsoft.com/office/drawing/2014/main" id="{11351729-9AEB-E5D2-F487-656B8AB85D55}"/>
              </a:ext>
            </a:extLst>
          </p:cNvPr>
          <p:cNvSpPr/>
          <p:nvPr userDrawn="1"/>
        </p:nvSpPr>
        <p:spPr>
          <a:xfrm flipV="1">
            <a:off x="-1227138" y="372806"/>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cxnSp>
        <p:nvCxnSpPr>
          <p:cNvPr id="12" name="Straight Connector 11">
            <a:extLst>
              <a:ext uri="{FF2B5EF4-FFF2-40B4-BE49-F238E27FC236}">
                <a16:creationId xmlns:a16="http://schemas.microsoft.com/office/drawing/2014/main" id="{4E3B3B17-85BF-4A16-6319-233699D7AA98}"/>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1386644"/>
      </p:ext>
    </p:extLst>
  </p:cSld>
  <p:clrMapOvr>
    <a:masterClrMapping/>
  </p:clrMapOvr>
  <p:hf hdr="0" ftr="0" dt="0"/>
  <p:extLst>
    <p:ext uri="{DCECCB84-F9BA-43D5-87BE-67443E8EF086}">
      <p15:sldGuideLst xmlns:p15="http://schemas.microsoft.com/office/powerpoint/2012/main">
        <p15:guide id="1" orient="horz" pos="2160" userDrawn="1">
          <p15:clr>
            <a:srgbClr val="FBAE40"/>
          </p15:clr>
        </p15:guide>
        <p15:guide id="2" orient="horz" pos="3906"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yle 2: Title and Content variation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CB7DA7-FE8B-43E3-9DC4-03AE723CD4D9}"/>
              </a:ext>
            </a:extLst>
          </p:cNvPr>
          <p:cNvSpPr>
            <a:spLocks noGrp="1"/>
          </p:cNvSpPr>
          <p:nvPr>
            <p:ph idx="1"/>
          </p:nvPr>
        </p:nvSpPr>
        <p:spPr>
          <a:xfrm>
            <a:off x="684000" y="2066925"/>
            <a:ext cx="10801350" cy="4133845"/>
          </a:xfrm>
          <a:ln w="6350">
            <a:solidFill>
              <a:schemeClr val="tx2"/>
            </a:solidFill>
          </a:ln>
        </p:spPr>
        <p:txBody>
          <a:bodyPr/>
          <a:lstStyle>
            <a:lvl1pPr marL="228600" indent="-228600">
              <a:buFont typeface="Wingdings" panose="05000000000000000000" pitchFamily="2" charset="2"/>
              <a:buChar char="§"/>
              <a:defRPr sz="1400"/>
            </a:lvl1pPr>
            <a:lvl2pPr marL="447675" indent="-228600">
              <a:buFont typeface="Wingdings" panose="05000000000000000000" pitchFamily="2" charset="2"/>
              <a:buChar char="§"/>
              <a:defRPr sz="1200"/>
            </a:lvl2pPr>
          </a:lstStyle>
          <a:p>
            <a:pPr lvl="0"/>
            <a:r>
              <a:rPr lang="en-US" dirty="0"/>
              <a:t>Click to edit Master text styles</a:t>
            </a:r>
          </a:p>
          <a:p>
            <a:pPr lvl="1"/>
            <a:r>
              <a:rPr lang="en-US" dirty="0"/>
              <a:t>Second level</a:t>
            </a:r>
          </a:p>
        </p:txBody>
      </p:sp>
      <p:sp>
        <p:nvSpPr>
          <p:cNvPr id="12" name="Slide Number Placeholder 5">
            <a:extLst>
              <a:ext uri="{FF2B5EF4-FFF2-40B4-BE49-F238E27FC236}">
                <a16:creationId xmlns:a16="http://schemas.microsoft.com/office/drawing/2014/main" id="{5DC6EE36-707C-455A-A639-362375558AC6}"/>
              </a:ext>
            </a:extLst>
          </p:cNvPr>
          <p:cNvSpPr>
            <a:spLocks noGrp="1"/>
          </p:cNvSpPr>
          <p:nvPr>
            <p:ph type="sldNum" sz="quarter" idx="4"/>
          </p:nvPr>
        </p:nvSpPr>
        <p:spPr>
          <a:xfrm>
            <a:off x="255600" y="6400800"/>
            <a:ext cx="527222" cy="365125"/>
          </a:xfrm>
          <a:prstGeom prst="rect">
            <a:avLst/>
          </a:prstGeom>
        </p:spPr>
        <p:txBody>
          <a:bodyPr vert="horz" lIns="91440" tIns="45720" rIns="91440" bIns="45720" rtlCol="0" anchor="ctr"/>
          <a:lstStyle>
            <a:lvl1pPr algn="l">
              <a:defRPr sz="1000" b="1">
                <a:solidFill>
                  <a:schemeClr val="tx2"/>
                </a:solidFill>
                <a:latin typeface="Avenir Next LT Pro" panose="020B0504020202020204" pitchFamily="34" charset="0"/>
              </a:defRPr>
            </a:lvl1pPr>
          </a:lstStyle>
          <a:p>
            <a:fld id="{303BB4E7-ECF0-48C2-8E8B-35EF4BB93775}" type="slidenum">
              <a:rPr lang="en-ZA" smtClean="0"/>
              <a:pPr/>
              <a:t>‹#›</a:t>
            </a:fld>
            <a:endParaRPr lang="en-ZA" dirty="0"/>
          </a:p>
        </p:txBody>
      </p:sp>
      <p:sp>
        <p:nvSpPr>
          <p:cNvPr id="16" name="Content Placeholder 2">
            <a:extLst>
              <a:ext uri="{FF2B5EF4-FFF2-40B4-BE49-F238E27FC236}">
                <a16:creationId xmlns:a16="http://schemas.microsoft.com/office/drawing/2014/main" id="{1F0E8F02-9FA3-47F4-AE39-5B04A1E2479C}"/>
              </a:ext>
            </a:extLst>
          </p:cNvPr>
          <p:cNvSpPr>
            <a:spLocks noGrp="1"/>
          </p:cNvSpPr>
          <p:nvPr>
            <p:ph idx="10"/>
          </p:nvPr>
        </p:nvSpPr>
        <p:spPr>
          <a:xfrm>
            <a:off x="684000" y="877673"/>
            <a:ext cx="10801350" cy="656367"/>
          </a:xfrm>
        </p:spPr>
        <p:txBody>
          <a:bodyPr>
            <a:normAutofit/>
          </a:bodyPr>
          <a:lstStyle>
            <a:lvl1pPr marL="0" indent="0">
              <a:lnSpc>
                <a:spcPct val="120000"/>
              </a:lnSpc>
              <a:spcBef>
                <a:spcPts val="0"/>
              </a:spcBef>
              <a:buFontTx/>
              <a:buNone/>
              <a:defRPr sz="1100"/>
            </a:lvl1pPr>
            <a:lvl2pPr marL="219075" indent="0">
              <a:buFontTx/>
              <a:buNone/>
              <a:defRPr sz="1400"/>
            </a:lvl2pPr>
          </a:lstStyle>
          <a:p>
            <a:pPr lvl="0"/>
            <a:r>
              <a:rPr lang="en-US" dirty="0"/>
              <a:t>Click to edit Master text styles</a:t>
            </a:r>
          </a:p>
        </p:txBody>
      </p:sp>
      <p:sp>
        <p:nvSpPr>
          <p:cNvPr id="17" name="Content Placeholder 2">
            <a:extLst>
              <a:ext uri="{FF2B5EF4-FFF2-40B4-BE49-F238E27FC236}">
                <a16:creationId xmlns:a16="http://schemas.microsoft.com/office/drawing/2014/main" id="{C7902B55-4BD4-44C2-9D94-5C5E96E9F6CB}"/>
              </a:ext>
            </a:extLst>
          </p:cNvPr>
          <p:cNvSpPr>
            <a:spLocks noGrp="1"/>
          </p:cNvSpPr>
          <p:nvPr>
            <p:ph idx="11"/>
          </p:nvPr>
        </p:nvSpPr>
        <p:spPr>
          <a:xfrm>
            <a:off x="682625" y="6443436"/>
            <a:ext cx="10190163" cy="284376"/>
          </a:xfrm>
        </p:spPr>
        <p:txBody>
          <a:bodyPr anchor="ctr">
            <a:normAutofit/>
          </a:bodyPr>
          <a:lstStyle>
            <a:lvl1pPr marL="0" indent="0">
              <a:buFontTx/>
              <a:buNone/>
              <a:defRPr sz="900"/>
            </a:lvl1pPr>
            <a:lvl2pPr marL="219075" indent="0">
              <a:buFontTx/>
              <a:buNone/>
              <a:defRPr sz="1400"/>
            </a:lvl2pPr>
          </a:lstStyle>
          <a:p>
            <a:pPr lvl="0"/>
            <a:r>
              <a:rPr lang="en-US" dirty="0"/>
              <a:t>Click to edit Master text styles</a:t>
            </a:r>
          </a:p>
        </p:txBody>
      </p:sp>
      <p:sp>
        <p:nvSpPr>
          <p:cNvPr id="18" name="Text Placeholder 4">
            <a:extLst>
              <a:ext uri="{FF2B5EF4-FFF2-40B4-BE49-F238E27FC236}">
                <a16:creationId xmlns:a16="http://schemas.microsoft.com/office/drawing/2014/main" id="{A42384EE-BFDF-40E5-B9CB-158306B1ABE3}"/>
              </a:ext>
            </a:extLst>
          </p:cNvPr>
          <p:cNvSpPr>
            <a:spLocks noGrp="1"/>
          </p:cNvSpPr>
          <p:nvPr>
            <p:ph type="body" sz="quarter" idx="13"/>
          </p:nvPr>
        </p:nvSpPr>
        <p:spPr>
          <a:xfrm>
            <a:off x="684000" y="1626178"/>
            <a:ext cx="10800000" cy="360000"/>
          </a:xfrm>
          <a:solidFill>
            <a:schemeClr val="tx2"/>
          </a:solidFill>
          <a:ln>
            <a:noFill/>
          </a:ln>
        </p:spPr>
        <p:txBody>
          <a:bodyPr anchor="ctr">
            <a:normAutofit/>
          </a:bodyPr>
          <a:lstStyle>
            <a:lvl1pPr marL="0" indent="0">
              <a:buFontTx/>
              <a:buNone/>
              <a:defRPr sz="1600" b="1" cap="all" baseline="0">
                <a:solidFill>
                  <a:schemeClr val="bg1"/>
                </a:solidFill>
              </a:defRPr>
            </a:lvl1pPr>
          </a:lstStyle>
          <a:p>
            <a:endParaRPr lang="en-ZA" dirty="0"/>
          </a:p>
        </p:txBody>
      </p:sp>
      <p:sp>
        <p:nvSpPr>
          <p:cNvPr id="5" name="Title 1">
            <a:extLst>
              <a:ext uri="{FF2B5EF4-FFF2-40B4-BE49-F238E27FC236}">
                <a16:creationId xmlns:a16="http://schemas.microsoft.com/office/drawing/2014/main" id="{FF3DE338-C498-8F53-3617-7979EFA105FA}"/>
              </a:ext>
            </a:extLst>
          </p:cNvPr>
          <p:cNvSpPr>
            <a:spLocks noGrp="1"/>
          </p:cNvSpPr>
          <p:nvPr>
            <p:ph type="title"/>
          </p:nvPr>
        </p:nvSpPr>
        <p:spPr>
          <a:xfrm>
            <a:off x="684000" y="54000"/>
            <a:ext cx="10823788" cy="656367"/>
          </a:xfrm>
        </p:spPr>
        <p:txBody>
          <a:bodyPr>
            <a:normAutofit/>
          </a:bodyPr>
          <a:lstStyle>
            <a:lvl1pPr algn="l">
              <a:defRPr sz="2800" b="1">
                <a:solidFill>
                  <a:schemeClr val="tx2"/>
                </a:solidFill>
                <a:latin typeface="Avenir Next LT Pro" panose="020B0504020202020204" pitchFamily="34" charset="0"/>
              </a:defRPr>
            </a:lvl1pPr>
          </a:lstStyle>
          <a:p>
            <a:r>
              <a:rPr lang="en-US" dirty="0"/>
              <a:t>Click to edit Master title style</a:t>
            </a:r>
            <a:endParaRPr lang="en-ZA" dirty="0"/>
          </a:p>
        </p:txBody>
      </p:sp>
      <p:sp>
        <p:nvSpPr>
          <p:cNvPr id="6" name="Linie">
            <a:extLst>
              <a:ext uri="{FF2B5EF4-FFF2-40B4-BE49-F238E27FC236}">
                <a16:creationId xmlns:a16="http://schemas.microsoft.com/office/drawing/2014/main" id="{1593167D-2892-479F-0793-A98CB42BC432}"/>
              </a:ext>
            </a:extLst>
          </p:cNvPr>
          <p:cNvSpPr/>
          <p:nvPr userDrawn="1"/>
        </p:nvSpPr>
        <p:spPr>
          <a:xfrm flipV="1">
            <a:off x="-1227138" y="372806"/>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cxnSp>
        <p:nvCxnSpPr>
          <p:cNvPr id="7" name="Straight Connector 6">
            <a:extLst>
              <a:ext uri="{FF2B5EF4-FFF2-40B4-BE49-F238E27FC236}">
                <a16:creationId xmlns:a16="http://schemas.microsoft.com/office/drawing/2014/main" id="{6F18D08B-F210-7588-687D-682CEA7171A6}"/>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2824394"/>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yle 2: Title and Content variation 2A">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CB7DA7-FE8B-43E3-9DC4-03AE723CD4D9}"/>
              </a:ext>
            </a:extLst>
          </p:cNvPr>
          <p:cNvSpPr>
            <a:spLocks noGrp="1"/>
          </p:cNvSpPr>
          <p:nvPr>
            <p:ph idx="1"/>
          </p:nvPr>
        </p:nvSpPr>
        <p:spPr>
          <a:xfrm>
            <a:off x="684000" y="2066926"/>
            <a:ext cx="5265950" cy="4133850"/>
          </a:xfrm>
          <a:ln w="6350">
            <a:solidFill>
              <a:schemeClr val="tx2"/>
            </a:solidFill>
          </a:ln>
        </p:spPr>
        <p:txBody>
          <a:bodyPr/>
          <a:lstStyle>
            <a:lvl1pPr marL="228600" indent="-228600">
              <a:buFont typeface="Wingdings" panose="05000000000000000000" pitchFamily="2" charset="2"/>
              <a:buChar char="§"/>
              <a:defRPr sz="1400"/>
            </a:lvl1pPr>
            <a:lvl2pPr marL="447675" indent="-228600">
              <a:buFont typeface="Wingdings" panose="05000000000000000000" pitchFamily="2" charset="2"/>
              <a:buChar char="§"/>
              <a:defRPr sz="1200"/>
            </a:lvl2pPr>
          </a:lstStyle>
          <a:p>
            <a:pPr lvl="0"/>
            <a:r>
              <a:rPr lang="en-US" dirty="0"/>
              <a:t>Click to edit Master text styles</a:t>
            </a:r>
          </a:p>
          <a:p>
            <a:pPr lvl="1"/>
            <a:r>
              <a:rPr lang="en-US" dirty="0"/>
              <a:t>Second level</a:t>
            </a:r>
          </a:p>
        </p:txBody>
      </p:sp>
      <p:sp>
        <p:nvSpPr>
          <p:cNvPr id="12" name="Slide Number Placeholder 5">
            <a:extLst>
              <a:ext uri="{FF2B5EF4-FFF2-40B4-BE49-F238E27FC236}">
                <a16:creationId xmlns:a16="http://schemas.microsoft.com/office/drawing/2014/main" id="{5DC6EE36-707C-455A-A639-362375558AC6}"/>
              </a:ext>
            </a:extLst>
          </p:cNvPr>
          <p:cNvSpPr>
            <a:spLocks noGrp="1"/>
          </p:cNvSpPr>
          <p:nvPr>
            <p:ph type="sldNum" sz="quarter" idx="4"/>
          </p:nvPr>
        </p:nvSpPr>
        <p:spPr>
          <a:xfrm>
            <a:off x="255600" y="6400800"/>
            <a:ext cx="527222" cy="365125"/>
          </a:xfrm>
          <a:prstGeom prst="rect">
            <a:avLst/>
          </a:prstGeom>
        </p:spPr>
        <p:txBody>
          <a:bodyPr vert="horz" lIns="91440" tIns="45720" rIns="91440" bIns="45720" rtlCol="0" anchor="ctr"/>
          <a:lstStyle>
            <a:lvl1pPr algn="l">
              <a:defRPr sz="1000" b="1">
                <a:solidFill>
                  <a:schemeClr val="tx2"/>
                </a:solidFill>
                <a:latin typeface="Avenir Next LT Pro" panose="020B0504020202020204" pitchFamily="34" charset="0"/>
              </a:defRPr>
            </a:lvl1pPr>
          </a:lstStyle>
          <a:p>
            <a:fld id="{303BB4E7-ECF0-48C2-8E8B-35EF4BB93775}" type="slidenum">
              <a:rPr lang="en-ZA" smtClean="0"/>
              <a:pPr/>
              <a:t>‹#›</a:t>
            </a:fld>
            <a:endParaRPr lang="en-ZA" dirty="0"/>
          </a:p>
        </p:txBody>
      </p:sp>
      <p:sp>
        <p:nvSpPr>
          <p:cNvPr id="16" name="Content Placeholder 2">
            <a:extLst>
              <a:ext uri="{FF2B5EF4-FFF2-40B4-BE49-F238E27FC236}">
                <a16:creationId xmlns:a16="http://schemas.microsoft.com/office/drawing/2014/main" id="{1F0E8F02-9FA3-47F4-AE39-5B04A1E2479C}"/>
              </a:ext>
            </a:extLst>
          </p:cNvPr>
          <p:cNvSpPr>
            <a:spLocks noGrp="1"/>
          </p:cNvSpPr>
          <p:nvPr>
            <p:ph idx="10"/>
          </p:nvPr>
        </p:nvSpPr>
        <p:spPr>
          <a:xfrm>
            <a:off x="684000" y="877673"/>
            <a:ext cx="10801350" cy="656367"/>
          </a:xfrm>
        </p:spPr>
        <p:txBody>
          <a:bodyPr>
            <a:normAutofit/>
          </a:bodyPr>
          <a:lstStyle>
            <a:lvl1pPr marL="0" indent="0">
              <a:lnSpc>
                <a:spcPct val="120000"/>
              </a:lnSpc>
              <a:spcBef>
                <a:spcPts val="0"/>
              </a:spcBef>
              <a:buFontTx/>
              <a:buNone/>
              <a:defRPr sz="1100"/>
            </a:lvl1pPr>
            <a:lvl2pPr marL="219075" indent="0">
              <a:buFontTx/>
              <a:buNone/>
              <a:defRPr sz="1400"/>
            </a:lvl2pPr>
          </a:lstStyle>
          <a:p>
            <a:pPr lvl="0"/>
            <a:r>
              <a:rPr lang="en-US" dirty="0"/>
              <a:t>Click to edit Master text styles</a:t>
            </a:r>
          </a:p>
        </p:txBody>
      </p:sp>
      <p:sp>
        <p:nvSpPr>
          <p:cNvPr id="17" name="Content Placeholder 2">
            <a:extLst>
              <a:ext uri="{FF2B5EF4-FFF2-40B4-BE49-F238E27FC236}">
                <a16:creationId xmlns:a16="http://schemas.microsoft.com/office/drawing/2014/main" id="{C7902B55-4BD4-44C2-9D94-5C5E96E9F6CB}"/>
              </a:ext>
            </a:extLst>
          </p:cNvPr>
          <p:cNvSpPr>
            <a:spLocks noGrp="1"/>
          </p:cNvSpPr>
          <p:nvPr>
            <p:ph idx="11"/>
          </p:nvPr>
        </p:nvSpPr>
        <p:spPr>
          <a:xfrm>
            <a:off x="682625" y="6443436"/>
            <a:ext cx="10190163" cy="284376"/>
          </a:xfrm>
        </p:spPr>
        <p:txBody>
          <a:bodyPr anchor="ctr">
            <a:normAutofit/>
          </a:bodyPr>
          <a:lstStyle>
            <a:lvl1pPr marL="0" indent="0">
              <a:buFontTx/>
              <a:buNone/>
              <a:defRPr sz="900"/>
            </a:lvl1pPr>
            <a:lvl2pPr marL="219075" indent="0">
              <a:buFontTx/>
              <a:buNone/>
              <a:defRPr sz="1400"/>
            </a:lvl2pPr>
          </a:lstStyle>
          <a:p>
            <a:pPr lvl="0"/>
            <a:r>
              <a:rPr lang="en-US" dirty="0"/>
              <a:t>Click to edit Master text styles</a:t>
            </a:r>
          </a:p>
        </p:txBody>
      </p:sp>
      <p:sp>
        <p:nvSpPr>
          <p:cNvPr id="18" name="Text Placeholder 4">
            <a:extLst>
              <a:ext uri="{FF2B5EF4-FFF2-40B4-BE49-F238E27FC236}">
                <a16:creationId xmlns:a16="http://schemas.microsoft.com/office/drawing/2014/main" id="{A42384EE-BFDF-40E5-B9CB-158306B1ABE3}"/>
              </a:ext>
            </a:extLst>
          </p:cNvPr>
          <p:cNvSpPr>
            <a:spLocks noGrp="1"/>
          </p:cNvSpPr>
          <p:nvPr>
            <p:ph type="body" sz="quarter" idx="13"/>
          </p:nvPr>
        </p:nvSpPr>
        <p:spPr>
          <a:xfrm>
            <a:off x="684000" y="1626178"/>
            <a:ext cx="5265950" cy="360000"/>
          </a:xfrm>
          <a:solidFill>
            <a:schemeClr val="tx2"/>
          </a:solidFill>
          <a:ln>
            <a:noFill/>
          </a:ln>
        </p:spPr>
        <p:txBody>
          <a:bodyPr anchor="ctr">
            <a:normAutofit/>
          </a:bodyPr>
          <a:lstStyle>
            <a:lvl1pPr marL="0" indent="0">
              <a:buFontTx/>
              <a:buNone/>
              <a:defRPr sz="1600" b="1" cap="all" baseline="0">
                <a:solidFill>
                  <a:schemeClr val="bg1"/>
                </a:solidFill>
              </a:defRPr>
            </a:lvl1pPr>
          </a:lstStyle>
          <a:p>
            <a:endParaRPr lang="en-ZA" dirty="0"/>
          </a:p>
        </p:txBody>
      </p:sp>
      <p:sp>
        <p:nvSpPr>
          <p:cNvPr id="5" name="Text Placeholder 4">
            <a:extLst>
              <a:ext uri="{FF2B5EF4-FFF2-40B4-BE49-F238E27FC236}">
                <a16:creationId xmlns:a16="http://schemas.microsoft.com/office/drawing/2014/main" id="{4272FC69-8A6B-5B70-6289-82E9BA54637B}"/>
              </a:ext>
            </a:extLst>
          </p:cNvPr>
          <p:cNvSpPr>
            <a:spLocks noGrp="1"/>
          </p:cNvSpPr>
          <p:nvPr>
            <p:ph type="body" sz="quarter" idx="14"/>
          </p:nvPr>
        </p:nvSpPr>
        <p:spPr>
          <a:xfrm>
            <a:off x="6246401" y="1626178"/>
            <a:ext cx="5265950" cy="360000"/>
          </a:xfrm>
          <a:solidFill>
            <a:schemeClr val="tx2"/>
          </a:solidFill>
          <a:ln>
            <a:noFill/>
          </a:ln>
        </p:spPr>
        <p:txBody>
          <a:bodyPr anchor="ctr">
            <a:normAutofit/>
          </a:bodyPr>
          <a:lstStyle>
            <a:lvl1pPr marL="0" indent="0">
              <a:buFontTx/>
              <a:buNone/>
              <a:defRPr sz="1600" b="1" cap="all" baseline="0">
                <a:solidFill>
                  <a:schemeClr val="bg1"/>
                </a:solidFill>
              </a:defRPr>
            </a:lvl1pPr>
          </a:lstStyle>
          <a:p>
            <a:endParaRPr lang="en-ZA" dirty="0"/>
          </a:p>
        </p:txBody>
      </p:sp>
      <p:sp>
        <p:nvSpPr>
          <p:cNvPr id="6" name="Content Placeholder 2">
            <a:extLst>
              <a:ext uri="{FF2B5EF4-FFF2-40B4-BE49-F238E27FC236}">
                <a16:creationId xmlns:a16="http://schemas.microsoft.com/office/drawing/2014/main" id="{BE81F714-D8DE-E88B-FA15-D1DA9F6794B6}"/>
              </a:ext>
            </a:extLst>
          </p:cNvPr>
          <p:cNvSpPr>
            <a:spLocks noGrp="1"/>
          </p:cNvSpPr>
          <p:nvPr>
            <p:ph idx="15"/>
          </p:nvPr>
        </p:nvSpPr>
        <p:spPr>
          <a:xfrm>
            <a:off x="6246401" y="2066925"/>
            <a:ext cx="5265950" cy="4133851"/>
          </a:xfrm>
          <a:ln w="6350">
            <a:solidFill>
              <a:schemeClr val="tx2"/>
            </a:solidFill>
          </a:ln>
        </p:spPr>
        <p:txBody>
          <a:bodyPr/>
          <a:lstStyle>
            <a:lvl1pPr marL="228600" indent="-228600">
              <a:buFont typeface="Wingdings" panose="05000000000000000000" pitchFamily="2" charset="2"/>
              <a:buChar char="§"/>
              <a:defRPr sz="1400"/>
            </a:lvl1pPr>
            <a:lvl2pPr marL="447675" indent="-228600">
              <a:buFont typeface="Wingdings" panose="05000000000000000000" pitchFamily="2" charset="2"/>
              <a:buChar char="§"/>
              <a:defRPr sz="1200"/>
            </a:lvl2pPr>
          </a:lstStyle>
          <a:p>
            <a:pPr lvl="0"/>
            <a:r>
              <a:rPr lang="en-US" dirty="0"/>
              <a:t>Click to edit Master text styles</a:t>
            </a:r>
          </a:p>
          <a:p>
            <a:pPr lvl="1"/>
            <a:r>
              <a:rPr lang="en-US" dirty="0"/>
              <a:t>Second level</a:t>
            </a:r>
          </a:p>
        </p:txBody>
      </p:sp>
      <p:sp>
        <p:nvSpPr>
          <p:cNvPr id="7" name="Title 1">
            <a:extLst>
              <a:ext uri="{FF2B5EF4-FFF2-40B4-BE49-F238E27FC236}">
                <a16:creationId xmlns:a16="http://schemas.microsoft.com/office/drawing/2014/main" id="{D13E6E9F-40F7-BED6-914C-F4265B5C2D5D}"/>
              </a:ext>
            </a:extLst>
          </p:cNvPr>
          <p:cNvSpPr>
            <a:spLocks noGrp="1"/>
          </p:cNvSpPr>
          <p:nvPr>
            <p:ph type="title"/>
          </p:nvPr>
        </p:nvSpPr>
        <p:spPr>
          <a:xfrm>
            <a:off x="684000" y="54000"/>
            <a:ext cx="10823788" cy="656367"/>
          </a:xfrm>
        </p:spPr>
        <p:txBody>
          <a:bodyPr>
            <a:normAutofit/>
          </a:bodyPr>
          <a:lstStyle>
            <a:lvl1pPr algn="l">
              <a:defRPr sz="2800" b="1">
                <a:solidFill>
                  <a:schemeClr val="tx2"/>
                </a:solidFill>
                <a:latin typeface="Avenir Next LT Pro" panose="020B0504020202020204" pitchFamily="34" charset="0"/>
              </a:defRPr>
            </a:lvl1pPr>
          </a:lstStyle>
          <a:p>
            <a:r>
              <a:rPr lang="en-US" dirty="0"/>
              <a:t>Click to edit Master title style</a:t>
            </a:r>
            <a:endParaRPr lang="en-ZA" dirty="0"/>
          </a:p>
        </p:txBody>
      </p:sp>
      <p:sp>
        <p:nvSpPr>
          <p:cNvPr id="8" name="Linie">
            <a:extLst>
              <a:ext uri="{FF2B5EF4-FFF2-40B4-BE49-F238E27FC236}">
                <a16:creationId xmlns:a16="http://schemas.microsoft.com/office/drawing/2014/main" id="{78FA92B6-0FF5-8BBE-303D-9FCFECCABA63}"/>
              </a:ext>
            </a:extLst>
          </p:cNvPr>
          <p:cNvSpPr/>
          <p:nvPr userDrawn="1"/>
        </p:nvSpPr>
        <p:spPr>
          <a:xfrm flipV="1">
            <a:off x="-1227138" y="372806"/>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cxnSp>
        <p:nvCxnSpPr>
          <p:cNvPr id="9" name="Straight Connector 8">
            <a:extLst>
              <a:ext uri="{FF2B5EF4-FFF2-40B4-BE49-F238E27FC236}">
                <a16:creationId xmlns:a16="http://schemas.microsoft.com/office/drawing/2014/main" id="{EF02BE99-4DBA-0FED-6987-0CCD598B6D56}"/>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889030"/>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tyle 2: Title and Content variation 2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CB7DA7-FE8B-43E3-9DC4-03AE723CD4D9}"/>
              </a:ext>
            </a:extLst>
          </p:cNvPr>
          <p:cNvSpPr>
            <a:spLocks noGrp="1"/>
          </p:cNvSpPr>
          <p:nvPr>
            <p:ph idx="1"/>
          </p:nvPr>
        </p:nvSpPr>
        <p:spPr>
          <a:xfrm>
            <a:off x="684000" y="2066926"/>
            <a:ext cx="5265950" cy="4133850"/>
          </a:xfrm>
          <a:ln w="6350">
            <a:solidFill>
              <a:schemeClr val="accent1"/>
            </a:solidFill>
          </a:ln>
        </p:spPr>
        <p:txBody>
          <a:bodyPr/>
          <a:lstStyle>
            <a:lvl1pPr marL="228600" indent="-228600">
              <a:buFont typeface="Wingdings" panose="05000000000000000000" pitchFamily="2" charset="2"/>
              <a:buChar char="§"/>
              <a:defRPr sz="1400"/>
            </a:lvl1pPr>
            <a:lvl2pPr marL="447675" indent="-228600">
              <a:buFont typeface="Wingdings" panose="05000000000000000000" pitchFamily="2" charset="2"/>
              <a:buChar char="§"/>
              <a:defRPr sz="1200"/>
            </a:lvl2pPr>
          </a:lstStyle>
          <a:p>
            <a:pPr lvl="0"/>
            <a:r>
              <a:rPr lang="en-US" dirty="0"/>
              <a:t>Click to edit Master text styles</a:t>
            </a:r>
          </a:p>
          <a:p>
            <a:pPr lvl="1"/>
            <a:r>
              <a:rPr lang="en-US" dirty="0"/>
              <a:t>Second level</a:t>
            </a:r>
          </a:p>
        </p:txBody>
      </p:sp>
      <p:sp>
        <p:nvSpPr>
          <p:cNvPr id="12" name="Slide Number Placeholder 5">
            <a:extLst>
              <a:ext uri="{FF2B5EF4-FFF2-40B4-BE49-F238E27FC236}">
                <a16:creationId xmlns:a16="http://schemas.microsoft.com/office/drawing/2014/main" id="{5DC6EE36-707C-455A-A639-362375558AC6}"/>
              </a:ext>
            </a:extLst>
          </p:cNvPr>
          <p:cNvSpPr>
            <a:spLocks noGrp="1"/>
          </p:cNvSpPr>
          <p:nvPr>
            <p:ph type="sldNum" sz="quarter" idx="4"/>
          </p:nvPr>
        </p:nvSpPr>
        <p:spPr>
          <a:xfrm>
            <a:off x="255600" y="6400800"/>
            <a:ext cx="527222" cy="365125"/>
          </a:xfrm>
          <a:prstGeom prst="rect">
            <a:avLst/>
          </a:prstGeom>
        </p:spPr>
        <p:txBody>
          <a:bodyPr vert="horz" lIns="91440" tIns="45720" rIns="91440" bIns="45720" rtlCol="0" anchor="ctr"/>
          <a:lstStyle>
            <a:lvl1pPr algn="l">
              <a:defRPr sz="1000" b="1">
                <a:solidFill>
                  <a:schemeClr val="tx2"/>
                </a:solidFill>
                <a:latin typeface="Avenir Next LT Pro" panose="020B0504020202020204" pitchFamily="34" charset="0"/>
              </a:defRPr>
            </a:lvl1pPr>
          </a:lstStyle>
          <a:p>
            <a:fld id="{303BB4E7-ECF0-48C2-8E8B-35EF4BB93775}" type="slidenum">
              <a:rPr lang="en-ZA" smtClean="0"/>
              <a:pPr/>
              <a:t>‹#›</a:t>
            </a:fld>
            <a:endParaRPr lang="en-ZA" dirty="0"/>
          </a:p>
        </p:txBody>
      </p:sp>
      <p:sp>
        <p:nvSpPr>
          <p:cNvPr id="16" name="Content Placeholder 2">
            <a:extLst>
              <a:ext uri="{FF2B5EF4-FFF2-40B4-BE49-F238E27FC236}">
                <a16:creationId xmlns:a16="http://schemas.microsoft.com/office/drawing/2014/main" id="{1F0E8F02-9FA3-47F4-AE39-5B04A1E2479C}"/>
              </a:ext>
            </a:extLst>
          </p:cNvPr>
          <p:cNvSpPr>
            <a:spLocks noGrp="1"/>
          </p:cNvSpPr>
          <p:nvPr>
            <p:ph idx="10"/>
          </p:nvPr>
        </p:nvSpPr>
        <p:spPr>
          <a:xfrm>
            <a:off x="684000" y="877673"/>
            <a:ext cx="10801350" cy="656367"/>
          </a:xfrm>
        </p:spPr>
        <p:txBody>
          <a:bodyPr>
            <a:normAutofit/>
          </a:bodyPr>
          <a:lstStyle>
            <a:lvl1pPr marL="0" indent="0">
              <a:lnSpc>
                <a:spcPct val="120000"/>
              </a:lnSpc>
              <a:spcBef>
                <a:spcPts val="0"/>
              </a:spcBef>
              <a:buFontTx/>
              <a:buNone/>
              <a:defRPr sz="1100"/>
            </a:lvl1pPr>
            <a:lvl2pPr marL="219075" indent="0">
              <a:buFontTx/>
              <a:buNone/>
              <a:defRPr sz="1400"/>
            </a:lvl2pPr>
          </a:lstStyle>
          <a:p>
            <a:pPr lvl="0"/>
            <a:r>
              <a:rPr lang="en-US" dirty="0"/>
              <a:t>Click to edit Master text styles</a:t>
            </a:r>
          </a:p>
        </p:txBody>
      </p:sp>
      <p:sp>
        <p:nvSpPr>
          <p:cNvPr id="17" name="Content Placeholder 2">
            <a:extLst>
              <a:ext uri="{FF2B5EF4-FFF2-40B4-BE49-F238E27FC236}">
                <a16:creationId xmlns:a16="http://schemas.microsoft.com/office/drawing/2014/main" id="{C7902B55-4BD4-44C2-9D94-5C5E96E9F6CB}"/>
              </a:ext>
            </a:extLst>
          </p:cNvPr>
          <p:cNvSpPr>
            <a:spLocks noGrp="1"/>
          </p:cNvSpPr>
          <p:nvPr>
            <p:ph idx="11"/>
          </p:nvPr>
        </p:nvSpPr>
        <p:spPr>
          <a:xfrm>
            <a:off x="682625" y="6443436"/>
            <a:ext cx="10190163" cy="284376"/>
          </a:xfrm>
        </p:spPr>
        <p:txBody>
          <a:bodyPr anchor="ctr">
            <a:normAutofit/>
          </a:bodyPr>
          <a:lstStyle>
            <a:lvl1pPr marL="0" indent="0">
              <a:buFontTx/>
              <a:buNone/>
              <a:defRPr sz="900"/>
            </a:lvl1pPr>
            <a:lvl2pPr marL="219075" indent="0">
              <a:buFontTx/>
              <a:buNone/>
              <a:defRPr sz="1400"/>
            </a:lvl2pPr>
          </a:lstStyle>
          <a:p>
            <a:pPr lvl="0"/>
            <a:r>
              <a:rPr lang="en-US" dirty="0"/>
              <a:t>Click to edit Master text styles</a:t>
            </a:r>
          </a:p>
        </p:txBody>
      </p:sp>
      <p:sp>
        <p:nvSpPr>
          <p:cNvPr id="18" name="Text Placeholder 4">
            <a:extLst>
              <a:ext uri="{FF2B5EF4-FFF2-40B4-BE49-F238E27FC236}">
                <a16:creationId xmlns:a16="http://schemas.microsoft.com/office/drawing/2014/main" id="{A42384EE-BFDF-40E5-B9CB-158306B1ABE3}"/>
              </a:ext>
            </a:extLst>
          </p:cNvPr>
          <p:cNvSpPr>
            <a:spLocks noGrp="1"/>
          </p:cNvSpPr>
          <p:nvPr>
            <p:ph type="body" sz="quarter" idx="13"/>
          </p:nvPr>
        </p:nvSpPr>
        <p:spPr>
          <a:xfrm>
            <a:off x="684000" y="1626178"/>
            <a:ext cx="5265950" cy="360000"/>
          </a:xfrm>
          <a:solidFill>
            <a:schemeClr val="accent1"/>
          </a:solidFill>
          <a:ln>
            <a:noFill/>
          </a:ln>
        </p:spPr>
        <p:txBody>
          <a:bodyPr anchor="ctr">
            <a:normAutofit/>
          </a:bodyPr>
          <a:lstStyle>
            <a:lvl1pPr marL="0" indent="0">
              <a:buFontTx/>
              <a:buNone/>
              <a:defRPr sz="1600" b="1" cap="all" baseline="0">
                <a:solidFill>
                  <a:schemeClr val="tx2"/>
                </a:solidFill>
              </a:defRPr>
            </a:lvl1pPr>
          </a:lstStyle>
          <a:p>
            <a:endParaRPr lang="en-ZA" dirty="0"/>
          </a:p>
        </p:txBody>
      </p:sp>
      <p:sp>
        <p:nvSpPr>
          <p:cNvPr id="5" name="Text Placeholder 4">
            <a:extLst>
              <a:ext uri="{FF2B5EF4-FFF2-40B4-BE49-F238E27FC236}">
                <a16:creationId xmlns:a16="http://schemas.microsoft.com/office/drawing/2014/main" id="{4272FC69-8A6B-5B70-6289-82E9BA54637B}"/>
              </a:ext>
            </a:extLst>
          </p:cNvPr>
          <p:cNvSpPr>
            <a:spLocks noGrp="1"/>
          </p:cNvSpPr>
          <p:nvPr>
            <p:ph type="body" sz="quarter" idx="14"/>
          </p:nvPr>
        </p:nvSpPr>
        <p:spPr>
          <a:xfrm>
            <a:off x="6246401" y="1626178"/>
            <a:ext cx="5265950" cy="360000"/>
          </a:xfrm>
          <a:solidFill>
            <a:schemeClr val="accent1"/>
          </a:solidFill>
          <a:ln>
            <a:noFill/>
          </a:ln>
        </p:spPr>
        <p:txBody>
          <a:bodyPr anchor="ctr">
            <a:normAutofit/>
          </a:bodyPr>
          <a:lstStyle>
            <a:lvl1pPr marL="0" indent="0">
              <a:buFontTx/>
              <a:buNone/>
              <a:defRPr sz="1600" b="1" cap="all" baseline="0">
                <a:solidFill>
                  <a:schemeClr val="tx2"/>
                </a:solidFill>
              </a:defRPr>
            </a:lvl1pPr>
          </a:lstStyle>
          <a:p>
            <a:endParaRPr lang="en-ZA" dirty="0"/>
          </a:p>
        </p:txBody>
      </p:sp>
      <p:sp>
        <p:nvSpPr>
          <p:cNvPr id="6" name="Content Placeholder 2">
            <a:extLst>
              <a:ext uri="{FF2B5EF4-FFF2-40B4-BE49-F238E27FC236}">
                <a16:creationId xmlns:a16="http://schemas.microsoft.com/office/drawing/2014/main" id="{BE81F714-D8DE-E88B-FA15-D1DA9F6794B6}"/>
              </a:ext>
            </a:extLst>
          </p:cNvPr>
          <p:cNvSpPr>
            <a:spLocks noGrp="1"/>
          </p:cNvSpPr>
          <p:nvPr>
            <p:ph idx="15"/>
          </p:nvPr>
        </p:nvSpPr>
        <p:spPr>
          <a:xfrm>
            <a:off x="6246401" y="2066925"/>
            <a:ext cx="5265950" cy="4133851"/>
          </a:xfrm>
          <a:ln w="6350">
            <a:solidFill>
              <a:schemeClr val="accent1"/>
            </a:solidFill>
          </a:ln>
        </p:spPr>
        <p:txBody>
          <a:bodyPr/>
          <a:lstStyle>
            <a:lvl1pPr marL="228600" indent="-228600">
              <a:buFont typeface="Wingdings" panose="05000000000000000000" pitchFamily="2" charset="2"/>
              <a:buChar char="§"/>
              <a:defRPr sz="1400"/>
            </a:lvl1pPr>
            <a:lvl2pPr marL="447675" indent="-228600">
              <a:buFont typeface="Wingdings" panose="05000000000000000000" pitchFamily="2" charset="2"/>
              <a:buChar char="§"/>
              <a:defRPr sz="1200"/>
            </a:lvl2pPr>
          </a:lstStyle>
          <a:p>
            <a:pPr lvl="0"/>
            <a:r>
              <a:rPr lang="en-US" dirty="0"/>
              <a:t>Click to edit Master text styles</a:t>
            </a:r>
          </a:p>
          <a:p>
            <a:pPr lvl="1"/>
            <a:r>
              <a:rPr lang="en-US" dirty="0"/>
              <a:t>Second level</a:t>
            </a:r>
          </a:p>
        </p:txBody>
      </p:sp>
      <p:sp>
        <p:nvSpPr>
          <p:cNvPr id="7" name="Title 1">
            <a:extLst>
              <a:ext uri="{FF2B5EF4-FFF2-40B4-BE49-F238E27FC236}">
                <a16:creationId xmlns:a16="http://schemas.microsoft.com/office/drawing/2014/main" id="{A844D035-825B-1E0B-03AB-A8BB58A7DF79}"/>
              </a:ext>
            </a:extLst>
          </p:cNvPr>
          <p:cNvSpPr>
            <a:spLocks noGrp="1"/>
          </p:cNvSpPr>
          <p:nvPr>
            <p:ph type="title"/>
          </p:nvPr>
        </p:nvSpPr>
        <p:spPr>
          <a:xfrm>
            <a:off x="684000" y="54000"/>
            <a:ext cx="10823788" cy="656367"/>
          </a:xfrm>
        </p:spPr>
        <p:txBody>
          <a:bodyPr>
            <a:normAutofit/>
          </a:bodyPr>
          <a:lstStyle>
            <a:lvl1pPr algn="l">
              <a:defRPr sz="2800" b="1">
                <a:solidFill>
                  <a:schemeClr val="tx2"/>
                </a:solidFill>
                <a:latin typeface="Avenir Next LT Pro" panose="020B0504020202020204" pitchFamily="34" charset="0"/>
              </a:defRPr>
            </a:lvl1pPr>
          </a:lstStyle>
          <a:p>
            <a:r>
              <a:rPr lang="en-US" dirty="0"/>
              <a:t>Click to edit Master title style</a:t>
            </a:r>
            <a:endParaRPr lang="en-ZA" dirty="0"/>
          </a:p>
        </p:txBody>
      </p:sp>
      <p:sp>
        <p:nvSpPr>
          <p:cNvPr id="8" name="Linie">
            <a:extLst>
              <a:ext uri="{FF2B5EF4-FFF2-40B4-BE49-F238E27FC236}">
                <a16:creationId xmlns:a16="http://schemas.microsoft.com/office/drawing/2014/main" id="{4492B9C1-5D46-E00A-B705-E960AA17DC25}"/>
              </a:ext>
            </a:extLst>
          </p:cNvPr>
          <p:cNvSpPr/>
          <p:nvPr userDrawn="1"/>
        </p:nvSpPr>
        <p:spPr>
          <a:xfrm flipV="1">
            <a:off x="-1227138" y="372806"/>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cxnSp>
        <p:nvCxnSpPr>
          <p:cNvPr id="9" name="Straight Connector 8">
            <a:extLst>
              <a:ext uri="{FF2B5EF4-FFF2-40B4-BE49-F238E27FC236}">
                <a16:creationId xmlns:a16="http://schemas.microsoft.com/office/drawing/2014/main" id="{FB343733-23B7-6E93-F2D3-E9B04B7A0E9F}"/>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2969487"/>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tyle 2: Title and Content variation 3A">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CB7DA7-FE8B-43E3-9DC4-03AE723CD4D9}"/>
              </a:ext>
            </a:extLst>
          </p:cNvPr>
          <p:cNvSpPr>
            <a:spLocks noGrp="1"/>
          </p:cNvSpPr>
          <p:nvPr>
            <p:ph idx="1"/>
          </p:nvPr>
        </p:nvSpPr>
        <p:spPr>
          <a:xfrm>
            <a:off x="684001" y="2066926"/>
            <a:ext cx="3413338" cy="4133850"/>
          </a:xfrm>
          <a:ln w="6350">
            <a:solidFill>
              <a:schemeClr val="tx2"/>
            </a:solidFill>
          </a:ln>
        </p:spPr>
        <p:txBody>
          <a:bodyPr/>
          <a:lstStyle>
            <a:lvl1pPr marL="228600" indent="-228600">
              <a:buFont typeface="Wingdings" panose="05000000000000000000" pitchFamily="2" charset="2"/>
              <a:buChar char="§"/>
              <a:defRPr sz="1400"/>
            </a:lvl1pPr>
            <a:lvl2pPr marL="447675" indent="-228600">
              <a:buFont typeface="Wingdings" panose="05000000000000000000" pitchFamily="2" charset="2"/>
              <a:buChar char="§"/>
              <a:defRPr sz="1200"/>
            </a:lvl2pPr>
          </a:lstStyle>
          <a:p>
            <a:pPr lvl="0"/>
            <a:r>
              <a:rPr lang="en-US" dirty="0"/>
              <a:t>Click to edit Master text styles</a:t>
            </a:r>
          </a:p>
          <a:p>
            <a:pPr lvl="1"/>
            <a:r>
              <a:rPr lang="en-US" dirty="0"/>
              <a:t>Second level</a:t>
            </a:r>
          </a:p>
        </p:txBody>
      </p:sp>
      <p:sp>
        <p:nvSpPr>
          <p:cNvPr id="12" name="Slide Number Placeholder 5">
            <a:extLst>
              <a:ext uri="{FF2B5EF4-FFF2-40B4-BE49-F238E27FC236}">
                <a16:creationId xmlns:a16="http://schemas.microsoft.com/office/drawing/2014/main" id="{5DC6EE36-707C-455A-A639-362375558AC6}"/>
              </a:ext>
            </a:extLst>
          </p:cNvPr>
          <p:cNvSpPr>
            <a:spLocks noGrp="1"/>
          </p:cNvSpPr>
          <p:nvPr>
            <p:ph type="sldNum" sz="quarter" idx="4"/>
          </p:nvPr>
        </p:nvSpPr>
        <p:spPr>
          <a:xfrm>
            <a:off x="255600" y="6400800"/>
            <a:ext cx="527222" cy="365125"/>
          </a:xfrm>
          <a:prstGeom prst="rect">
            <a:avLst/>
          </a:prstGeom>
        </p:spPr>
        <p:txBody>
          <a:bodyPr vert="horz" lIns="91440" tIns="45720" rIns="91440" bIns="45720" rtlCol="0" anchor="ctr"/>
          <a:lstStyle>
            <a:lvl1pPr algn="l">
              <a:defRPr sz="1000" b="1">
                <a:solidFill>
                  <a:schemeClr val="tx2"/>
                </a:solidFill>
                <a:latin typeface="Avenir Next LT Pro" panose="020B0504020202020204" pitchFamily="34" charset="0"/>
              </a:defRPr>
            </a:lvl1pPr>
          </a:lstStyle>
          <a:p>
            <a:fld id="{303BB4E7-ECF0-48C2-8E8B-35EF4BB93775}" type="slidenum">
              <a:rPr lang="en-ZA" smtClean="0"/>
              <a:pPr/>
              <a:t>‹#›</a:t>
            </a:fld>
            <a:endParaRPr lang="en-ZA" dirty="0"/>
          </a:p>
        </p:txBody>
      </p:sp>
      <p:sp>
        <p:nvSpPr>
          <p:cNvPr id="16" name="Content Placeholder 2">
            <a:extLst>
              <a:ext uri="{FF2B5EF4-FFF2-40B4-BE49-F238E27FC236}">
                <a16:creationId xmlns:a16="http://schemas.microsoft.com/office/drawing/2014/main" id="{1F0E8F02-9FA3-47F4-AE39-5B04A1E2479C}"/>
              </a:ext>
            </a:extLst>
          </p:cNvPr>
          <p:cNvSpPr>
            <a:spLocks noGrp="1"/>
          </p:cNvSpPr>
          <p:nvPr>
            <p:ph idx="10"/>
          </p:nvPr>
        </p:nvSpPr>
        <p:spPr>
          <a:xfrm>
            <a:off x="684000" y="877673"/>
            <a:ext cx="10801350" cy="656367"/>
          </a:xfrm>
        </p:spPr>
        <p:txBody>
          <a:bodyPr>
            <a:normAutofit/>
          </a:bodyPr>
          <a:lstStyle>
            <a:lvl1pPr marL="0" indent="0">
              <a:lnSpc>
                <a:spcPct val="120000"/>
              </a:lnSpc>
              <a:spcBef>
                <a:spcPts val="0"/>
              </a:spcBef>
              <a:buFontTx/>
              <a:buNone/>
              <a:defRPr sz="1100"/>
            </a:lvl1pPr>
            <a:lvl2pPr marL="219075" indent="0">
              <a:buFontTx/>
              <a:buNone/>
              <a:defRPr sz="1400"/>
            </a:lvl2pPr>
          </a:lstStyle>
          <a:p>
            <a:pPr lvl="0"/>
            <a:r>
              <a:rPr lang="en-US" dirty="0"/>
              <a:t>Click to edit Master text styles</a:t>
            </a:r>
          </a:p>
        </p:txBody>
      </p:sp>
      <p:sp>
        <p:nvSpPr>
          <p:cNvPr id="17" name="Content Placeholder 2">
            <a:extLst>
              <a:ext uri="{FF2B5EF4-FFF2-40B4-BE49-F238E27FC236}">
                <a16:creationId xmlns:a16="http://schemas.microsoft.com/office/drawing/2014/main" id="{C7902B55-4BD4-44C2-9D94-5C5E96E9F6CB}"/>
              </a:ext>
            </a:extLst>
          </p:cNvPr>
          <p:cNvSpPr>
            <a:spLocks noGrp="1"/>
          </p:cNvSpPr>
          <p:nvPr>
            <p:ph idx="11"/>
          </p:nvPr>
        </p:nvSpPr>
        <p:spPr>
          <a:xfrm>
            <a:off x="684000" y="6443436"/>
            <a:ext cx="10188787" cy="284376"/>
          </a:xfrm>
        </p:spPr>
        <p:txBody>
          <a:bodyPr anchor="ctr">
            <a:normAutofit/>
          </a:bodyPr>
          <a:lstStyle>
            <a:lvl1pPr marL="0" indent="0">
              <a:buFontTx/>
              <a:buNone/>
              <a:defRPr sz="900"/>
            </a:lvl1pPr>
            <a:lvl2pPr marL="219075" indent="0">
              <a:buFontTx/>
              <a:buNone/>
              <a:defRPr sz="1400"/>
            </a:lvl2pPr>
          </a:lstStyle>
          <a:p>
            <a:pPr lvl="0"/>
            <a:r>
              <a:rPr lang="en-US" dirty="0"/>
              <a:t>Click to edit Master text styles</a:t>
            </a:r>
          </a:p>
        </p:txBody>
      </p:sp>
      <p:sp>
        <p:nvSpPr>
          <p:cNvPr id="18" name="Text Placeholder 4">
            <a:extLst>
              <a:ext uri="{FF2B5EF4-FFF2-40B4-BE49-F238E27FC236}">
                <a16:creationId xmlns:a16="http://schemas.microsoft.com/office/drawing/2014/main" id="{A42384EE-BFDF-40E5-B9CB-158306B1ABE3}"/>
              </a:ext>
            </a:extLst>
          </p:cNvPr>
          <p:cNvSpPr>
            <a:spLocks noGrp="1"/>
          </p:cNvSpPr>
          <p:nvPr>
            <p:ph type="body" sz="quarter" idx="13"/>
          </p:nvPr>
        </p:nvSpPr>
        <p:spPr>
          <a:xfrm>
            <a:off x="684000" y="1626178"/>
            <a:ext cx="3413338" cy="360000"/>
          </a:xfrm>
          <a:solidFill>
            <a:schemeClr val="tx2"/>
          </a:solidFill>
          <a:ln>
            <a:noFill/>
          </a:ln>
        </p:spPr>
        <p:txBody>
          <a:bodyPr anchor="ctr">
            <a:normAutofit/>
          </a:bodyPr>
          <a:lstStyle>
            <a:lvl1pPr marL="0" indent="0">
              <a:buFontTx/>
              <a:buNone/>
              <a:defRPr sz="1600" b="1" cap="all" baseline="0">
                <a:solidFill>
                  <a:schemeClr val="bg1"/>
                </a:solidFill>
              </a:defRPr>
            </a:lvl1pPr>
          </a:lstStyle>
          <a:p>
            <a:endParaRPr lang="en-ZA" dirty="0"/>
          </a:p>
        </p:txBody>
      </p:sp>
      <p:sp>
        <p:nvSpPr>
          <p:cNvPr id="5" name="Text Placeholder 4">
            <a:extLst>
              <a:ext uri="{FF2B5EF4-FFF2-40B4-BE49-F238E27FC236}">
                <a16:creationId xmlns:a16="http://schemas.microsoft.com/office/drawing/2014/main" id="{4272FC69-8A6B-5B70-6289-82E9BA54637B}"/>
              </a:ext>
            </a:extLst>
          </p:cNvPr>
          <p:cNvSpPr>
            <a:spLocks noGrp="1"/>
          </p:cNvSpPr>
          <p:nvPr>
            <p:ph type="body" sz="quarter" idx="14"/>
          </p:nvPr>
        </p:nvSpPr>
        <p:spPr>
          <a:xfrm>
            <a:off x="8093075" y="1626178"/>
            <a:ext cx="3419276" cy="360000"/>
          </a:xfrm>
          <a:solidFill>
            <a:schemeClr val="tx2"/>
          </a:solidFill>
          <a:ln>
            <a:noFill/>
          </a:ln>
        </p:spPr>
        <p:txBody>
          <a:bodyPr anchor="ctr">
            <a:normAutofit/>
          </a:bodyPr>
          <a:lstStyle>
            <a:lvl1pPr marL="0" indent="0">
              <a:buFontTx/>
              <a:buNone/>
              <a:defRPr sz="1600" b="1" cap="all" baseline="0">
                <a:solidFill>
                  <a:schemeClr val="bg1"/>
                </a:solidFill>
              </a:defRPr>
            </a:lvl1pPr>
          </a:lstStyle>
          <a:p>
            <a:endParaRPr lang="en-ZA" dirty="0"/>
          </a:p>
        </p:txBody>
      </p:sp>
      <p:sp>
        <p:nvSpPr>
          <p:cNvPr id="6" name="Content Placeholder 2">
            <a:extLst>
              <a:ext uri="{FF2B5EF4-FFF2-40B4-BE49-F238E27FC236}">
                <a16:creationId xmlns:a16="http://schemas.microsoft.com/office/drawing/2014/main" id="{BE81F714-D8DE-E88B-FA15-D1DA9F6794B6}"/>
              </a:ext>
            </a:extLst>
          </p:cNvPr>
          <p:cNvSpPr>
            <a:spLocks noGrp="1"/>
          </p:cNvSpPr>
          <p:nvPr>
            <p:ph idx="15"/>
          </p:nvPr>
        </p:nvSpPr>
        <p:spPr>
          <a:xfrm>
            <a:off x="8093075" y="2066925"/>
            <a:ext cx="3419276" cy="4133851"/>
          </a:xfrm>
          <a:ln w="6350">
            <a:solidFill>
              <a:schemeClr val="tx2"/>
            </a:solidFill>
          </a:ln>
        </p:spPr>
        <p:txBody>
          <a:bodyPr/>
          <a:lstStyle>
            <a:lvl1pPr marL="228600" indent="-228600">
              <a:buFont typeface="Wingdings" panose="05000000000000000000" pitchFamily="2" charset="2"/>
              <a:buChar char="§"/>
              <a:defRPr sz="1400"/>
            </a:lvl1pPr>
            <a:lvl2pPr marL="447675" indent="-228600">
              <a:buFont typeface="Wingdings" panose="05000000000000000000" pitchFamily="2" charset="2"/>
              <a:buChar char="§"/>
              <a:defRPr sz="1200"/>
            </a:lvl2pPr>
          </a:lstStyle>
          <a:p>
            <a:pPr lvl="0"/>
            <a:r>
              <a:rPr lang="en-US" dirty="0"/>
              <a:t>Click to edit Master text styles</a:t>
            </a:r>
          </a:p>
          <a:p>
            <a:pPr lvl="1"/>
            <a:r>
              <a:rPr lang="en-US" dirty="0"/>
              <a:t>Second level</a:t>
            </a:r>
          </a:p>
        </p:txBody>
      </p:sp>
      <p:sp>
        <p:nvSpPr>
          <p:cNvPr id="7" name="Content Placeholder 2">
            <a:extLst>
              <a:ext uri="{FF2B5EF4-FFF2-40B4-BE49-F238E27FC236}">
                <a16:creationId xmlns:a16="http://schemas.microsoft.com/office/drawing/2014/main" id="{6A1A6B2F-B988-9D49-41D0-DEE10E96CE0F}"/>
              </a:ext>
            </a:extLst>
          </p:cNvPr>
          <p:cNvSpPr>
            <a:spLocks noGrp="1"/>
          </p:cNvSpPr>
          <p:nvPr>
            <p:ph idx="16"/>
          </p:nvPr>
        </p:nvSpPr>
        <p:spPr>
          <a:xfrm>
            <a:off x="4377331" y="2066925"/>
            <a:ext cx="3413338" cy="4133851"/>
          </a:xfrm>
          <a:ln w="6350">
            <a:solidFill>
              <a:schemeClr val="tx2"/>
            </a:solidFill>
          </a:ln>
        </p:spPr>
        <p:txBody>
          <a:bodyPr/>
          <a:lstStyle>
            <a:lvl1pPr marL="228600" indent="-228600">
              <a:buFont typeface="Wingdings" panose="05000000000000000000" pitchFamily="2" charset="2"/>
              <a:buChar char="§"/>
              <a:defRPr sz="1400"/>
            </a:lvl1pPr>
            <a:lvl2pPr marL="447675" indent="-228600">
              <a:buFont typeface="Wingdings" panose="05000000000000000000" pitchFamily="2" charset="2"/>
              <a:buChar char="§"/>
              <a:defRPr sz="1200"/>
            </a:lvl2pPr>
          </a:lstStyle>
          <a:p>
            <a:pPr lvl="0"/>
            <a:r>
              <a:rPr lang="en-US" dirty="0"/>
              <a:t>Click to edit Master text styles</a:t>
            </a:r>
          </a:p>
          <a:p>
            <a:pPr lvl="1"/>
            <a:r>
              <a:rPr lang="en-US" dirty="0"/>
              <a:t>Second level</a:t>
            </a:r>
          </a:p>
        </p:txBody>
      </p:sp>
      <p:sp>
        <p:nvSpPr>
          <p:cNvPr id="8" name="Text Placeholder 4">
            <a:extLst>
              <a:ext uri="{FF2B5EF4-FFF2-40B4-BE49-F238E27FC236}">
                <a16:creationId xmlns:a16="http://schemas.microsoft.com/office/drawing/2014/main" id="{0661F7B1-EA92-9ADF-40B9-15139AB25156}"/>
              </a:ext>
            </a:extLst>
          </p:cNvPr>
          <p:cNvSpPr>
            <a:spLocks noGrp="1"/>
          </p:cNvSpPr>
          <p:nvPr>
            <p:ph type="body" sz="quarter" idx="17"/>
          </p:nvPr>
        </p:nvSpPr>
        <p:spPr>
          <a:xfrm>
            <a:off x="4387850" y="1626178"/>
            <a:ext cx="3413338" cy="360000"/>
          </a:xfrm>
          <a:solidFill>
            <a:schemeClr val="tx2"/>
          </a:solidFill>
          <a:ln>
            <a:noFill/>
          </a:ln>
        </p:spPr>
        <p:txBody>
          <a:bodyPr anchor="ctr">
            <a:normAutofit/>
          </a:bodyPr>
          <a:lstStyle>
            <a:lvl1pPr marL="0" indent="0">
              <a:buFontTx/>
              <a:buNone/>
              <a:defRPr sz="1600" b="1" cap="all" baseline="0">
                <a:solidFill>
                  <a:schemeClr val="bg1"/>
                </a:solidFill>
              </a:defRPr>
            </a:lvl1pPr>
          </a:lstStyle>
          <a:p>
            <a:endParaRPr lang="en-ZA" dirty="0"/>
          </a:p>
        </p:txBody>
      </p:sp>
      <p:sp>
        <p:nvSpPr>
          <p:cNvPr id="9" name="Title 1">
            <a:extLst>
              <a:ext uri="{FF2B5EF4-FFF2-40B4-BE49-F238E27FC236}">
                <a16:creationId xmlns:a16="http://schemas.microsoft.com/office/drawing/2014/main" id="{68F7660A-E4DA-5FAB-73F6-25C6BAB4F0F8}"/>
              </a:ext>
            </a:extLst>
          </p:cNvPr>
          <p:cNvSpPr>
            <a:spLocks noGrp="1"/>
          </p:cNvSpPr>
          <p:nvPr>
            <p:ph type="title"/>
          </p:nvPr>
        </p:nvSpPr>
        <p:spPr>
          <a:xfrm>
            <a:off x="684000" y="54000"/>
            <a:ext cx="10823788" cy="656367"/>
          </a:xfrm>
        </p:spPr>
        <p:txBody>
          <a:bodyPr>
            <a:normAutofit/>
          </a:bodyPr>
          <a:lstStyle>
            <a:lvl1pPr algn="l">
              <a:defRPr sz="2800" b="1">
                <a:solidFill>
                  <a:schemeClr val="tx2"/>
                </a:solidFill>
                <a:latin typeface="Avenir Next LT Pro" panose="020B0504020202020204" pitchFamily="34" charset="0"/>
              </a:defRPr>
            </a:lvl1pPr>
          </a:lstStyle>
          <a:p>
            <a:r>
              <a:rPr lang="en-US" dirty="0"/>
              <a:t>Click to edit Master title style</a:t>
            </a:r>
            <a:endParaRPr lang="en-ZA" dirty="0"/>
          </a:p>
        </p:txBody>
      </p:sp>
      <p:sp>
        <p:nvSpPr>
          <p:cNvPr id="10" name="Linie">
            <a:extLst>
              <a:ext uri="{FF2B5EF4-FFF2-40B4-BE49-F238E27FC236}">
                <a16:creationId xmlns:a16="http://schemas.microsoft.com/office/drawing/2014/main" id="{7DE4CF0A-FBE7-3B6F-9051-37B108FDFBC4}"/>
              </a:ext>
            </a:extLst>
          </p:cNvPr>
          <p:cNvSpPr/>
          <p:nvPr userDrawn="1"/>
        </p:nvSpPr>
        <p:spPr>
          <a:xfrm flipV="1">
            <a:off x="-1227138" y="372806"/>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cxnSp>
        <p:nvCxnSpPr>
          <p:cNvPr id="11" name="Straight Connector 10">
            <a:extLst>
              <a:ext uri="{FF2B5EF4-FFF2-40B4-BE49-F238E27FC236}">
                <a16:creationId xmlns:a16="http://schemas.microsoft.com/office/drawing/2014/main" id="{A305297D-4535-C10E-7D51-1F1CA75C84F2}"/>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8548242"/>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tyle 2: Title and Content variation 3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CB7DA7-FE8B-43E3-9DC4-03AE723CD4D9}"/>
              </a:ext>
            </a:extLst>
          </p:cNvPr>
          <p:cNvSpPr>
            <a:spLocks noGrp="1"/>
          </p:cNvSpPr>
          <p:nvPr>
            <p:ph idx="1"/>
          </p:nvPr>
        </p:nvSpPr>
        <p:spPr>
          <a:xfrm>
            <a:off x="684001" y="2066926"/>
            <a:ext cx="3413338" cy="4133850"/>
          </a:xfrm>
          <a:ln w="6350">
            <a:solidFill>
              <a:schemeClr val="accent1"/>
            </a:solidFill>
          </a:ln>
        </p:spPr>
        <p:txBody>
          <a:bodyPr/>
          <a:lstStyle>
            <a:lvl1pPr marL="228600" indent="-228600">
              <a:buFont typeface="Wingdings" panose="05000000000000000000" pitchFamily="2" charset="2"/>
              <a:buChar char="§"/>
              <a:defRPr sz="1400"/>
            </a:lvl1pPr>
            <a:lvl2pPr marL="447675" indent="-228600">
              <a:buFont typeface="Wingdings" panose="05000000000000000000" pitchFamily="2" charset="2"/>
              <a:buChar char="§"/>
              <a:defRPr sz="1200"/>
            </a:lvl2pPr>
          </a:lstStyle>
          <a:p>
            <a:pPr lvl="0"/>
            <a:r>
              <a:rPr lang="en-US" dirty="0"/>
              <a:t>Click to edit Master text styles</a:t>
            </a:r>
          </a:p>
          <a:p>
            <a:pPr lvl="1"/>
            <a:r>
              <a:rPr lang="en-US" dirty="0"/>
              <a:t>Second level</a:t>
            </a:r>
          </a:p>
        </p:txBody>
      </p:sp>
      <p:sp>
        <p:nvSpPr>
          <p:cNvPr id="12" name="Slide Number Placeholder 5">
            <a:extLst>
              <a:ext uri="{FF2B5EF4-FFF2-40B4-BE49-F238E27FC236}">
                <a16:creationId xmlns:a16="http://schemas.microsoft.com/office/drawing/2014/main" id="{5DC6EE36-707C-455A-A639-362375558AC6}"/>
              </a:ext>
            </a:extLst>
          </p:cNvPr>
          <p:cNvSpPr>
            <a:spLocks noGrp="1"/>
          </p:cNvSpPr>
          <p:nvPr>
            <p:ph type="sldNum" sz="quarter" idx="4"/>
          </p:nvPr>
        </p:nvSpPr>
        <p:spPr>
          <a:xfrm>
            <a:off x="255600" y="6400800"/>
            <a:ext cx="527222" cy="365125"/>
          </a:xfrm>
          <a:prstGeom prst="rect">
            <a:avLst/>
          </a:prstGeom>
        </p:spPr>
        <p:txBody>
          <a:bodyPr vert="horz" lIns="91440" tIns="45720" rIns="91440" bIns="45720" rtlCol="0" anchor="ctr"/>
          <a:lstStyle>
            <a:lvl1pPr algn="l">
              <a:defRPr sz="1000" b="1">
                <a:solidFill>
                  <a:schemeClr val="tx2"/>
                </a:solidFill>
                <a:latin typeface="Avenir Next LT Pro" panose="020B0504020202020204" pitchFamily="34" charset="0"/>
              </a:defRPr>
            </a:lvl1pPr>
          </a:lstStyle>
          <a:p>
            <a:fld id="{303BB4E7-ECF0-48C2-8E8B-35EF4BB93775}" type="slidenum">
              <a:rPr lang="en-ZA" smtClean="0"/>
              <a:pPr/>
              <a:t>‹#›</a:t>
            </a:fld>
            <a:endParaRPr lang="en-ZA" dirty="0"/>
          </a:p>
        </p:txBody>
      </p:sp>
      <p:sp>
        <p:nvSpPr>
          <p:cNvPr id="16" name="Content Placeholder 2">
            <a:extLst>
              <a:ext uri="{FF2B5EF4-FFF2-40B4-BE49-F238E27FC236}">
                <a16:creationId xmlns:a16="http://schemas.microsoft.com/office/drawing/2014/main" id="{1F0E8F02-9FA3-47F4-AE39-5B04A1E2479C}"/>
              </a:ext>
            </a:extLst>
          </p:cNvPr>
          <p:cNvSpPr>
            <a:spLocks noGrp="1"/>
          </p:cNvSpPr>
          <p:nvPr>
            <p:ph idx="10"/>
          </p:nvPr>
        </p:nvSpPr>
        <p:spPr>
          <a:xfrm>
            <a:off x="684000" y="877673"/>
            <a:ext cx="10801350" cy="656367"/>
          </a:xfrm>
        </p:spPr>
        <p:txBody>
          <a:bodyPr>
            <a:normAutofit/>
          </a:bodyPr>
          <a:lstStyle>
            <a:lvl1pPr marL="0" indent="0">
              <a:lnSpc>
                <a:spcPct val="120000"/>
              </a:lnSpc>
              <a:spcBef>
                <a:spcPts val="0"/>
              </a:spcBef>
              <a:buFontTx/>
              <a:buNone/>
              <a:defRPr sz="1200"/>
            </a:lvl1pPr>
            <a:lvl2pPr marL="219075" indent="0">
              <a:buFontTx/>
              <a:buNone/>
              <a:defRPr sz="1400"/>
            </a:lvl2pPr>
          </a:lstStyle>
          <a:p>
            <a:pPr lvl="0"/>
            <a:r>
              <a:rPr lang="en-US" dirty="0"/>
              <a:t>Click to edit Master text styles</a:t>
            </a:r>
          </a:p>
        </p:txBody>
      </p:sp>
      <p:sp>
        <p:nvSpPr>
          <p:cNvPr id="17" name="Content Placeholder 2">
            <a:extLst>
              <a:ext uri="{FF2B5EF4-FFF2-40B4-BE49-F238E27FC236}">
                <a16:creationId xmlns:a16="http://schemas.microsoft.com/office/drawing/2014/main" id="{C7902B55-4BD4-44C2-9D94-5C5E96E9F6CB}"/>
              </a:ext>
            </a:extLst>
          </p:cNvPr>
          <p:cNvSpPr>
            <a:spLocks noGrp="1"/>
          </p:cNvSpPr>
          <p:nvPr>
            <p:ph idx="11"/>
          </p:nvPr>
        </p:nvSpPr>
        <p:spPr>
          <a:xfrm>
            <a:off x="682625" y="6443436"/>
            <a:ext cx="10190163" cy="284376"/>
          </a:xfrm>
        </p:spPr>
        <p:txBody>
          <a:bodyPr anchor="ctr">
            <a:normAutofit/>
          </a:bodyPr>
          <a:lstStyle>
            <a:lvl1pPr marL="0" indent="0">
              <a:buFontTx/>
              <a:buNone/>
              <a:defRPr sz="900"/>
            </a:lvl1pPr>
            <a:lvl2pPr marL="219075" indent="0">
              <a:buFontTx/>
              <a:buNone/>
              <a:defRPr sz="1400"/>
            </a:lvl2pPr>
          </a:lstStyle>
          <a:p>
            <a:pPr lvl="0"/>
            <a:r>
              <a:rPr lang="en-US" dirty="0"/>
              <a:t>Click to edit Master text styles</a:t>
            </a:r>
          </a:p>
        </p:txBody>
      </p:sp>
      <p:sp>
        <p:nvSpPr>
          <p:cNvPr id="18" name="Text Placeholder 4">
            <a:extLst>
              <a:ext uri="{FF2B5EF4-FFF2-40B4-BE49-F238E27FC236}">
                <a16:creationId xmlns:a16="http://schemas.microsoft.com/office/drawing/2014/main" id="{A42384EE-BFDF-40E5-B9CB-158306B1ABE3}"/>
              </a:ext>
            </a:extLst>
          </p:cNvPr>
          <p:cNvSpPr>
            <a:spLocks noGrp="1"/>
          </p:cNvSpPr>
          <p:nvPr>
            <p:ph type="body" sz="quarter" idx="13"/>
          </p:nvPr>
        </p:nvSpPr>
        <p:spPr>
          <a:xfrm>
            <a:off x="684000" y="1626178"/>
            <a:ext cx="3413338" cy="360000"/>
          </a:xfrm>
          <a:solidFill>
            <a:schemeClr val="accent1"/>
          </a:solidFill>
          <a:ln>
            <a:noFill/>
          </a:ln>
        </p:spPr>
        <p:txBody>
          <a:bodyPr anchor="ctr">
            <a:normAutofit/>
          </a:bodyPr>
          <a:lstStyle>
            <a:lvl1pPr marL="0" indent="0">
              <a:buFontTx/>
              <a:buNone/>
              <a:defRPr sz="1600" b="1" cap="all" baseline="0">
                <a:solidFill>
                  <a:schemeClr val="tx2"/>
                </a:solidFill>
              </a:defRPr>
            </a:lvl1pPr>
          </a:lstStyle>
          <a:p>
            <a:endParaRPr lang="en-ZA" dirty="0"/>
          </a:p>
        </p:txBody>
      </p:sp>
      <p:sp>
        <p:nvSpPr>
          <p:cNvPr id="5" name="Text Placeholder 4">
            <a:extLst>
              <a:ext uri="{FF2B5EF4-FFF2-40B4-BE49-F238E27FC236}">
                <a16:creationId xmlns:a16="http://schemas.microsoft.com/office/drawing/2014/main" id="{4272FC69-8A6B-5B70-6289-82E9BA54637B}"/>
              </a:ext>
            </a:extLst>
          </p:cNvPr>
          <p:cNvSpPr>
            <a:spLocks noGrp="1"/>
          </p:cNvSpPr>
          <p:nvPr>
            <p:ph type="body" sz="quarter" idx="14"/>
          </p:nvPr>
        </p:nvSpPr>
        <p:spPr>
          <a:xfrm>
            <a:off x="8093075" y="1626178"/>
            <a:ext cx="3419276" cy="360000"/>
          </a:xfrm>
          <a:solidFill>
            <a:schemeClr val="accent1"/>
          </a:solidFill>
          <a:ln>
            <a:noFill/>
          </a:ln>
        </p:spPr>
        <p:txBody>
          <a:bodyPr anchor="ctr">
            <a:normAutofit/>
          </a:bodyPr>
          <a:lstStyle>
            <a:lvl1pPr marL="0" indent="0">
              <a:buFontTx/>
              <a:buNone/>
              <a:defRPr sz="1600" b="1" cap="all" baseline="0">
                <a:solidFill>
                  <a:schemeClr val="tx2"/>
                </a:solidFill>
              </a:defRPr>
            </a:lvl1pPr>
          </a:lstStyle>
          <a:p>
            <a:endParaRPr lang="en-ZA" dirty="0"/>
          </a:p>
        </p:txBody>
      </p:sp>
      <p:sp>
        <p:nvSpPr>
          <p:cNvPr id="6" name="Content Placeholder 2">
            <a:extLst>
              <a:ext uri="{FF2B5EF4-FFF2-40B4-BE49-F238E27FC236}">
                <a16:creationId xmlns:a16="http://schemas.microsoft.com/office/drawing/2014/main" id="{BE81F714-D8DE-E88B-FA15-D1DA9F6794B6}"/>
              </a:ext>
            </a:extLst>
          </p:cNvPr>
          <p:cNvSpPr>
            <a:spLocks noGrp="1"/>
          </p:cNvSpPr>
          <p:nvPr>
            <p:ph idx="15"/>
          </p:nvPr>
        </p:nvSpPr>
        <p:spPr>
          <a:xfrm>
            <a:off x="8093075" y="2066926"/>
            <a:ext cx="3419276" cy="4133850"/>
          </a:xfrm>
          <a:ln w="6350">
            <a:solidFill>
              <a:schemeClr val="accent1"/>
            </a:solidFill>
          </a:ln>
        </p:spPr>
        <p:txBody>
          <a:bodyPr/>
          <a:lstStyle>
            <a:lvl1pPr marL="228600" indent="-228600">
              <a:buFont typeface="Wingdings" panose="05000000000000000000" pitchFamily="2" charset="2"/>
              <a:buChar char="§"/>
              <a:defRPr sz="1400"/>
            </a:lvl1pPr>
            <a:lvl2pPr marL="447675" indent="-228600">
              <a:buFont typeface="Wingdings" panose="05000000000000000000" pitchFamily="2" charset="2"/>
              <a:buChar char="§"/>
              <a:defRPr sz="1200"/>
            </a:lvl2pPr>
          </a:lstStyle>
          <a:p>
            <a:pPr lvl="0"/>
            <a:r>
              <a:rPr lang="en-US" dirty="0"/>
              <a:t>Click to edit Master text styles</a:t>
            </a:r>
          </a:p>
          <a:p>
            <a:pPr lvl="1"/>
            <a:r>
              <a:rPr lang="en-US" dirty="0"/>
              <a:t>Second level</a:t>
            </a:r>
          </a:p>
        </p:txBody>
      </p:sp>
      <p:sp>
        <p:nvSpPr>
          <p:cNvPr id="7" name="Content Placeholder 2">
            <a:extLst>
              <a:ext uri="{FF2B5EF4-FFF2-40B4-BE49-F238E27FC236}">
                <a16:creationId xmlns:a16="http://schemas.microsoft.com/office/drawing/2014/main" id="{6A1A6B2F-B988-9D49-41D0-DEE10E96CE0F}"/>
              </a:ext>
            </a:extLst>
          </p:cNvPr>
          <p:cNvSpPr>
            <a:spLocks noGrp="1"/>
          </p:cNvSpPr>
          <p:nvPr>
            <p:ph idx="16"/>
          </p:nvPr>
        </p:nvSpPr>
        <p:spPr>
          <a:xfrm>
            <a:off x="4377331" y="2066926"/>
            <a:ext cx="3413338" cy="4133850"/>
          </a:xfrm>
          <a:ln w="6350">
            <a:solidFill>
              <a:schemeClr val="accent1"/>
            </a:solidFill>
          </a:ln>
        </p:spPr>
        <p:txBody>
          <a:bodyPr/>
          <a:lstStyle>
            <a:lvl1pPr marL="228600" indent="-228600">
              <a:buFont typeface="Wingdings" panose="05000000000000000000" pitchFamily="2" charset="2"/>
              <a:buChar char="§"/>
              <a:defRPr sz="1400"/>
            </a:lvl1pPr>
            <a:lvl2pPr marL="447675" indent="-228600">
              <a:buFont typeface="Wingdings" panose="05000000000000000000" pitchFamily="2" charset="2"/>
              <a:buChar char="§"/>
              <a:defRPr sz="1200"/>
            </a:lvl2pPr>
          </a:lstStyle>
          <a:p>
            <a:pPr lvl="0"/>
            <a:r>
              <a:rPr lang="en-US" dirty="0"/>
              <a:t>Click to edit Master text styles</a:t>
            </a:r>
          </a:p>
          <a:p>
            <a:pPr lvl="1"/>
            <a:r>
              <a:rPr lang="en-US" dirty="0"/>
              <a:t>Second level</a:t>
            </a:r>
          </a:p>
        </p:txBody>
      </p:sp>
      <p:sp>
        <p:nvSpPr>
          <p:cNvPr id="8" name="Text Placeholder 4">
            <a:extLst>
              <a:ext uri="{FF2B5EF4-FFF2-40B4-BE49-F238E27FC236}">
                <a16:creationId xmlns:a16="http://schemas.microsoft.com/office/drawing/2014/main" id="{0661F7B1-EA92-9ADF-40B9-15139AB25156}"/>
              </a:ext>
            </a:extLst>
          </p:cNvPr>
          <p:cNvSpPr>
            <a:spLocks noGrp="1"/>
          </p:cNvSpPr>
          <p:nvPr>
            <p:ph type="body" sz="quarter" idx="17"/>
          </p:nvPr>
        </p:nvSpPr>
        <p:spPr>
          <a:xfrm>
            <a:off x="4387850" y="1626178"/>
            <a:ext cx="3413338" cy="360000"/>
          </a:xfrm>
          <a:solidFill>
            <a:schemeClr val="accent1"/>
          </a:solidFill>
          <a:ln>
            <a:noFill/>
          </a:ln>
        </p:spPr>
        <p:txBody>
          <a:bodyPr anchor="ctr">
            <a:normAutofit/>
          </a:bodyPr>
          <a:lstStyle>
            <a:lvl1pPr marL="0" indent="0">
              <a:buFontTx/>
              <a:buNone/>
              <a:defRPr sz="1600" b="1" cap="all" baseline="0">
                <a:solidFill>
                  <a:schemeClr val="tx2"/>
                </a:solidFill>
              </a:defRPr>
            </a:lvl1pPr>
          </a:lstStyle>
          <a:p>
            <a:endParaRPr lang="en-ZA" dirty="0"/>
          </a:p>
        </p:txBody>
      </p:sp>
      <p:sp>
        <p:nvSpPr>
          <p:cNvPr id="9" name="Title 1">
            <a:extLst>
              <a:ext uri="{FF2B5EF4-FFF2-40B4-BE49-F238E27FC236}">
                <a16:creationId xmlns:a16="http://schemas.microsoft.com/office/drawing/2014/main" id="{934E1DAB-7AFB-FE0F-3A79-058E68EAED45}"/>
              </a:ext>
            </a:extLst>
          </p:cNvPr>
          <p:cNvSpPr>
            <a:spLocks noGrp="1"/>
          </p:cNvSpPr>
          <p:nvPr>
            <p:ph type="title"/>
          </p:nvPr>
        </p:nvSpPr>
        <p:spPr>
          <a:xfrm>
            <a:off x="684000" y="54000"/>
            <a:ext cx="10823788" cy="656367"/>
          </a:xfrm>
        </p:spPr>
        <p:txBody>
          <a:bodyPr>
            <a:normAutofit/>
          </a:bodyPr>
          <a:lstStyle>
            <a:lvl1pPr algn="l">
              <a:defRPr sz="2800" b="1">
                <a:solidFill>
                  <a:schemeClr val="tx2"/>
                </a:solidFill>
                <a:latin typeface="Avenir Next LT Pro" panose="020B0504020202020204" pitchFamily="34" charset="0"/>
              </a:defRPr>
            </a:lvl1pPr>
          </a:lstStyle>
          <a:p>
            <a:r>
              <a:rPr lang="en-US" dirty="0"/>
              <a:t>Click to edit Master title style</a:t>
            </a:r>
            <a:endParaRPr lang="en-ZA" dirty="0"/>
          </a:p>
        </p:txBody>
      </p:sp>
      <p:sp>
        <p:nvSpPr>
          <p:cNvPr id="10" name="Linie">
            <a:extLst>
              <a:ext uri="{FF2B5EF4-FFF2-40B4-BE49-F238E27FC236}">
                <a16:creationId xmlns:a16="http://schemas.microsoft.com/office/drawing/2014/main" id="{FE2625E0-9DD3-0C74-BF31-7A7A3A52F1A2}"/>
              </a:ext>
            </a:extLst>
          </p:cNvPr>
          <p:cNvSpPr/>
          <p:nvPr userDrawn="1"/>
        </p:nvSpPr>
        <p:spPr>
          <a:xfrm flipV="1">
            <a:off x="-1227138" y="372806"/>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cxnSp>
        <p:nvCxnSpPr>
          <p:cNvPr id="11" name="Straight Connector 10">
            <a:extLst>
              <a:ext uri="{FF2B5EF4-FFF2-40B4-BE49-F238E27FC236}">
                <a16:creationId xmlns:a16="http://schemas.microsoft.com/office/drawing/2014/main" id="{2542A52B-0717-36E4-5410-55340EE41DB7}"/>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25539"/>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yle 2: Title and Content variation 4">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CB7DA7-FE8B-43E3-9DC4-03AE723CD4D9}"/>
              </a:ext>
            </a:extLst>
          </p:cNvPr>
          <p:cNvSpPr>
            <a:spLocks noGrp="1"/>
          </p:cNvSpPr>
          <p:nvPr>
            <p:ph idx="1"/>
          </p:nvPr>
        </p:nvSpPr>
        <p:spPr>
          <a:xfrm>
            <a:off x="683999" y="2066926"/>
            <a:ext cx="7118563" cy="4133850"/>
          </a:xfrm>
          <a:ln w="6350">
            <a:solidFill>
              <a:schemeClr val="tx2"/>
            </a:solidFill>
          </a:ln>
        </p:spPr>
        <p:txBody>
          <a:bodyPr/>
          <a:lstStyle>
            <a:lvl1pPr marL="228600" indent="-228600">
              <a:buFont typeface="Wingdings" panose="05000000000000000000" pitchFamily="2" charset="2"/>
              <a:buChar char="§"/>
              <a:defRPr sz="1400"/>
            </a:lvl1pPr>
            <a:lvl2pPr marL="447675" indent="-228600">
              <a:buFont typeface="Wingdings" panose="05000000000000000000" pitchFamily="2" charset="2"/>
              <a:buChar char="§"/>
              <a:defRPr sz="1200"/>
            </a:lvl2pPr>
          </a:lstStyle>
          <a:p>
            <a:pPr lvl="0"/>
            <a:r>
              <a:rPr lang="en-US" dirty="0"/>
              <a:t>Click to edit Master text styles</a:t>
            </a:r>
          </a:p>
          <a:p>
            <a:pPr lvl="1"/>
            <a:r>
              <a:rPr lang="en-US" dirty="0"/>
              <a:t>Second level</a:t>
            </a:r>
          </a:p>
        </p:txBody>
      </p:sp>
      <p:sp>
        <p:nvSpPr>
          <p:cNvPr id="12" name="Slide Number Placeholder 5">
            <a:extLst>
              <a:ext uri="{FF2B5EF4-FFF2-40B4-BE49-F238E27FC236}">
                <a16:creationId xmlns:a16="http://schemas.microsoft.com/office/drawing/2014/main" id="{5DC6EE36-707C-455A-A639-362375558AC6}"/>
              </a:ext>
            </a:extLst>
          </p:cNvPr>
          <p:cNvSpPr>
            <a:spLocks noGrp="1"/>
          </p:cNvSpPr>
          <p:nvPr>
            <p:ph type="sldNum" sz="quarter" idx="4"/>
          </p:nvPr>
        </p:nvSpPr>
        <p:spPr>
          <a:xfrm>
            <a:off x="255600" y="6400800"/>
            <a:ext cx="527222" cy="365125"/>
          </a:xfrm>
          <a:prstGeom prst="rect">
            <a:avLst/>
          </a:prstGeom>
        </p:spPr>
        <p:txBody>
          <a:bodyPr vert="horz" lIns="91440" tIns="45720" rIns="91440" bIns="45720" rtlCol="0" anchor="ctr"/>
          <a:lstStyle>
            <a:lvl1pPr algn="l">
              <a:defRPr sz="1000" b="1">
                <a:solidFill>
                  <a:schemeClr val="tx2"/>
                </a:solidFill>
                <a:latin typeface="Avenir Next LT Pro" panose="020B0504020202020204" pitchFamily="34" charset="0"/>
              </a:defRPr>
            </a:lvl1pPr>
          </a:lstStyle>
          <a:p>
            <a:fld id="{303BB4E7-ECF0-48C2-8E8B-35EF4BB93775}" type="slidenum">
              <a:rPr lang="en-ZA" smtClean="0"/>
              <a:pPr/>
              <a:t>‹#›</a:t>
            </a:fld>
            <a:endParaRPr lang="en-ZA" dirty="0"/>
          </a:p>
        </p:txBody>
      </p:sp>
      <p:sp>
        <p:nvSpPr>
          <p:cNvPr id="16" name="Content Placeholder 2">
            <a:extLst>
              <a:ext uri="{FF2B5EF4-FFF2-40B4-BE49-F238E27FC236}">
                <a16:creationId xmlns:a16="http://schemas.microsoft.com/office/drawing/2014/main" id="{1F0E8F02-9FA3-47F4-AE39-5B04A1E2479C}"/>
              </a:ext>
            </a:extLst>
          </p:cNvPr>
          <p:cNvSpPr>
            <a:spLocks noGrp="1"/>
          </p:cNvSpPr>
          <p:nvPr>
            <p:ph idx="10"/>
          </p:nvPr>
        </p:nvSpPr>
        <p:spPr>
          <a:xfrm>
            <a:off x="684000" y="877673"/>
            <a:ext cx="10801350" cy="656367"/>
          </a:xfrm>
        </p:spPr>
        <p:txBody>
          <a:bodyPr>
            <a:normAutofit/>
          </a:bodyPr>
          <a:lstStyle>
            <a:lvl1pPr marL="0" indent="0">
              <a:lnSpc>
                <a:spcPct val="120000"/>
              </a:lnSpc>
              <a:spcBef>
                <a:spcPts val="0"/>
              </a:spcBef>
              <a:buFontTx/>
              <a:buNone/>
              <a:defRPr sz="1100"/>
            </a:lvl1pPr>
            <a:lvl2pPr marL="219075" indent="0">
              <a:buFontTx/>
              <a:buNone/>
              <a:defRPr sz="1400"/>
            </a:lvl2pPr>
          </a:lstStyle>
          <a:p>
            <a:pPr lvl="0"/>
            <a:r>
              <a:rPr lang="en-US" dirty="0"/>
              <a:t>Click to edit Master text styles</a:t>
            </a:r>
          </a:p>
        </p:txBody>
      </p:sp>
      <p:sp>
        <p:nvSpPr>
          <p:cNvPr id="17" name="Content Placeholder 2">
            <a:extLst>
              <a:ext uri="{FF2B5EF4-FFF2-40B4-BE49-F238E27FC236}">
                <a16:creationId xmlns:a16="http://schemas.microsoft.com/office/drawing/2014/main" id="{C7902B55-4BD4-44C2-9D94-5C5E96E9F6CB}"/>
              </a:ext>
            </a:extLst>
          </p:cNvPr>
          <p:cNvSpPr>
            <a:spLocks noGrp="1"/>
          </p:cNvSpPr>
          <p:nvPr>
            <p:ph idx="11"/>
          </p:nvPr>
        </p:nvSpPr>
        <p:spPr>
          <a:xfrm>
            <a:off x="682625" y="6443436"/>
            <a:ext cx="10190163" cy="284376"/>
          </a:xfrm>
        </p:spPr>
        <p:txBody>
          <a:bodyPr anchor="ctr">
            <a:normAutofit/>
          </a:bodyPr>
          <a:lstStyle>
            <a:lvl1pPr marL="0" indent="0">
              <a:buFontTx/>
              <a:buNone/>
              <a:defRPr sz="900"/>
            </a:lvl1pPr>
            <a:lvl2pPr marL="219075" indent="0">
              <a:buFontTx/>
              <a:buNone/>
              <a:defRPr sz="1400"/>
            </a:lvl2pPr>
          </a:lstStyle>
          <a:p>
            <a:pPr lvl="0"/>
            <a:r>
              <a:rPr lang="en-US" dirty="0"/>
              <a:t>Click to edit Master text styles</a:t>
            </a:r>
          </a:p>
        </p:txBody>
      </p:sp>
      <p:sp>
        <p:nvSpPr>
          <p:cNvPr id="18" name="Text Placeholder 4">
            <a:extLst>
              <a:ext uri="{FF2B5EF4-FFF2-40B4-BE49-F238E27FC236}">
                <a16:creationId xmlns:a16="http://schemas.microsoft.com/office/drawing/2014/main" id="{A42384EE-BFDF-40E5-B9CB-158306B1ABE3}"/>
              </a:ext>
            </a:extLst>
          </p:cNvPr>
          <p:cNvSpPr>
            <a:spLocks noGrp="1"/>
          </p:cNvSpPr>
          <p:nvPr>
            <p:ph type="body" sz="quarter" idx="13"/>
          </p:nvPr>
        </p:nvSpPr>
        <p:spPr>
          <a:xfrm>
            <a:off x="683999" y="1626178"/>
            <a:ext cx="7118563" cy="360000"/>
          </a:xfrm>
          <a:solidFill>
            <a:schemeClr val="tx2"/>
          </a:solidFill>
          <a:ln>
            <a:noFill/>
          </a:ln>
        </p:spPr>
        <p:txBody>
          <a:bodyPr anchor="ctr">
            <a:normAutofit/>
          </a:bodyPr>
          <a:lstStyle>
            <a:lvl1pPr marL="0" indent="0">
              <a:buFontTx/>
              <a:buNone/>
              <a:defRPr sz="1600" b="1" cap="all" baseline="0">
                <a:solidFill>
                  <a:schemeClr val="bg1"/>
                </a:solidFill>
              </a:defRPr>
            </a:lvl1pPr>
          </a:lstStyle>
          <a:p>
            <a:endParaRPr lang="en-ZA" dirty="0"/>
          </a:p>
        </p:txBody>
      </p:sp>
      <p:sp>
        <p:nvSpPr>
          <p:cNvPr id="5" name="Text Placeholder 4">
            <a:extLst>
              <a:ext uri="{FF2B5EF4-FFF2-40B4-BE49-F238E27FC236}">
                <a16:creationId xmlns:a16="http://schemas.microsoft.com/office/drawing/2014/main" id="{4272FC69-8A6B-5B70-6289-82E9BA54637B}"/>
              </a:ext>
            </a:extLst>
          </p:cNvPr>
          <p:cNvSpPr>
            <a:spLocks noGrp="1"/>
          </p:cNvSpPr>
          <p:nvPr>
            <p:ph type="body" sz="quarter" idx="14"/>
          </p:nvPr>
        </p:nvSpPr>
        <p:spPr>
          <a:xfrm>
            <a:off x="8093075" y="1626178"/>
            <a:ext cx="3419276" cy="360000"/>
          </a:xfrm>
          <a:solidFill>
            <a:schemeClr val="accent1"/>
          </a:solidFill>
          <a:ln>
            <a:noFill/>
          </a:ln>
        </p:spPr>
        <p:txBody>
          <a:bodyPr anchor="ctr">
            <a:normAutofit/>
          </a:bodyPr>
          <a:lstStyle>
            <a:lvl1pPr marL="0" indent="0">
              <a:buFontTx/>
              <a:buNone/>
              <a:defRPr sz="1600" b="1" cap="all" baseline="0">
                <a:solidFill>
                  <a:schemeClr val="tx2"/>
                </a:solidFill>
              </a:defRPr>
            </a:lvl1pPr>
          </a:lstStyle>
          <a:p>
            <a:endParaRPr lang="en-ZA" dirty="0"/>
          </a:p>
        </p:txBody>
      </p:sp>
      <p:sp>
        <p:nvSpPr>
          <p:cNvPr id="6" name="Content Placeholder 2">
            <a:extLst>
              <a:ext uri="{FF2B5EF4-FFF2-40B4-BE49-F238E27FC236}">
                <a16:creationId xmlns:a16="http://schemas.microsoft.com/office/drawing/2014/main" id="{BE81F714-D8DE-E88B-FA15-D1DA9F6794B6}"/>
              </a:ext>
            </a:extLst>
          </p:cNvPr>
          <p:cNvSpPr>
            <a:spLocks noGrp="1"/>
          </p:cNvSpPr>
          <p:nvPr>
            <p:ph idx="15"/>
          </p:nvPr>
        </p:nvSpPr>
        <p:spPr>
          <a:xfrm>
            <a:off x="8093075" y="2066926"/>
            <a:ext cx="3419276" cy="4133850"/>
          </a:xfrm>
          <a:ln w="6350">
            <a:solidFill>
              <a:schemeClr val="accent1"/>
            </a:solidFill>
          </a:ln>
        </p:spPr>
        <p:txBody>
          <a:bodyPr/>
          <a:lstStyle>
            <a:lvl1pPr marL="228600" indent="-228600">
              <a:buFont typeface="Wingdings" panose="05000000000000000000" pitchFamily="2" charset="2"/>
              <a:buChar char="§"/>
              <a:defRPr sz="1400"/>
            </a:lvl1pPr>
            <a:lvl2pPr marL="447675" indent="-228600">
              <a:buFont typeface="Wingdings" panose="05000000000000000000" pitchFamily="2" charset="2"/>
              <a:buChar char="§"/>
              <a:defRPr sz="1200"/>
            </a:lvl2pPr>
          </a:lstStyle>
          <a:p>
            <a:pPr lvl="0"/>
            <a:r>
              <a:rPr lang="en-US" dirty="0"/>
              <a:t>Click to edit Master text styles</a:t>
            </a:r>
          </a:p>
          <a:p>
            <a:pPr lvl="1"/>
            <a:r>
              <a:rPr lang="en-US" dirty="0"/>
              <a:t>Second level</a:t>
            </a:r>
          </a:p>
        </p:txBody>
      </p:sp>
      <p:sp>
        <p:nvSpPr>
          <p:cNvPr id="7" name="Title 1">
            <a:extLst>
              <a:ext uri="{FF2B5EF4-FFF2-40B4-BE49-F238E27FC236}">
                <a16:creationId xmlns:a16="http://schemas.microsoft.com/office/drawing/2014/main" id="{DCA4FC77-D36F-3DD5-4199-082A5F3CF73C}"/>
              </a:ext>
            </a:extLst>
          </p:cNvPr>
          <p:cNvSpPr>
            <a:spLocks noGrp="1"/>
          </p:cNvSpPr>
          <p:nvPr>
            <p:ph type="title"/>
          </p:nvPr>
        </p:nvSpPr>
        <p:spPr>
          <a:xfrm>
            <a:off x="684000" y="54000"/>
            <a:ext cx="10823788" cy="656367"/>
          </a:xfrm>
        </p:spPr>
        <p:txBody>
          <a:bodyPr>
            <a:normAutofit/>
          </a:bodyPr>
          <a:lstStyle>
            <a:lvl1pPr algn="l">
              <a:defRPr sz="2800" b="1">
                <a:solidFill>
                  <a:schemeClr val="tx2"/>
                </a:solidFill>
                <a:latin typeface="Avenir Next LT Pro" panose="020B0504020202020204" pitchFamily="34" charset="0"/>
              </a:defRPr>
            </a:lvl1pPr>
          </a:lstStyle>
          <a:p>
            <a:r>
              <a:rPr lang="en-US" dirty="0"/>
              <a:t>Click to edit Master title style</a:t>
            </a:r>
            <a:endParaRPr lang="en-ZA" dirty="0"/>
          </a:p>
        </p:txBody>
      </p:sp>
      <p:sp>
        <p:nvSpPr>
          <p:cNvPr id="8" name="Linie">
            <a:extLst>
              <a:ext uri="{FF2B5EF4-FFF2-40B4-BE49-F238E27FC236}">
                <a16:creationId xmlns:a16="http://schemas.microsoft.com/office/drawing/2014/main" id="{7BA05032-6483-4093-C36F-7C537B3E39DF}"/>
              </a:ext>
            </a:extLst>
          </p:cNvPr>
          <p:cNvSpPr/>
          <p:nvPr userDrawn="1"/>
        </p:nvSpPr>
        <p:spPr>
          <a:xfrm flipV="1">
            <a:off x="-1227138" y="372806"/>
            <a:ext cx="1562101" cy="18754"/>
          </a:xfrm>
          <a:prstGeom prst="line">
            <a:avLst/>
          </a:prstGeom>
          <a:ln w="101600">
            <a:solidFill>
              <a:schemeClr val="accent1"/>
            </a:solidFill>
          </a:ln>
        </p:spPr>
        <p:txBody>
          <a:bodyPr lIns="22860" rIns="22860"/>
          <a:lstStyle/>
          <a:p>
            <a:pPr defTabSz="457200" hangingPunct="0">
              <a:defRPr spc="0">
                <a:solidFill>
                  <a:srgbClr val="000000"/>
                </a:solidFill>
                <a:uFillTx/>
                <a:latin typeface="Calibri"/>
                <a:ea typeface="Calibri"/>
                <a:cs typeface="Calibri"/>
                <a:sym typeface="Calibri"/>
              </a:defRPr>
            </a:pPr>
            <a:endParaRPr sz="900" kern="0">
              <a:solidFill>
                <a:schemeClr val="tx2"/>
              </a:solidFill>
              <a:latin typeface="Calibri"/>
              <a:cs typeface="Calibri"/>
              <a:sym typeface="Calibri"/>
            </a:endParaRPr>
          </a:p>
        </p:txBody>
      </p:sp>
      <p:cxnSp>
        <p:nvCxnSpPr>
          <p:cNvPr id="9" name="Straight Connector 8">
            <a:extLst>
              <a:ext uri="{FF2B5EF4-FFF2-40B4-BE49-F238E27FC236}">
                <a16:creationId xmlns:a16="http://schemas.microsoft.com/office/drawing/2014/main" id="{E72521DE-BAAC-7432-8B9F-12EE396EAE4C}"/>
              </a:ext>
            </a:extLst>
          </p:cNvPr>
          <p:cNvCxnSpPr>
            <a:cxnSpLocks/>
          </p:cNvCxnSpPr>
          <p:nvPr userDrawn="1"/>
        </p:nvCxnSpPr>
        <p:spPr>
          <a:xfrm>
            <a:off x="334963" y="6345558"/>
            <a:ext cx="11522075" cy="0"/>
          </a:xfrm>
          <a:prstGeom prst="line">
            <a:avLst/>
          </a:prstGeom>
          <a:ln>
            <a:solidFill>
              <a:srgbClr val="FEAB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6176869"/>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with quote">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F5A9AB79-D7D5-4F6B-916E-3B7D6730EC3E}"/>
              </a:ext>
            </a:extLst>
          </p:cNvPr>
          <p:cNvSpPr>
            <a:spLocks noGrp="1"/>
          </p:cNvSpPr>
          <p:nvPr>
            <p:ph type="pic" sz="quarter" idx="13"/>
          </p:nvPr>
        </p:nvSpPr>
        <p:spPr>
          <a:xfrm>
            <a:off x="0" y="0"/>
            <a:ext cx="12192000" cy="6858000"/>
          </a:xfrm>
        </p:spPr>
        <p:txBody>
          <a:bodyPr/>
          <a:lstStyle/>
          <a:p>
            <a:r>
              <a:rPr lang="en-US" dirty="0"/>
              <a:t>Click icon to add picture</a:t>
            </a:r>
            <a:endParaRPr lang="en-ZA" dirty="0"/>
          </a:p>
        </p:txBody>
      </p:sp>
      <p:sp>
        <p:nvSpPr>
          <p:cNvPr id="6" name="Slide Number Placeholder 5">
            <a:extLst>
              <a:ext uri="{FF2B5EF4-FFF2-40B4-BE49-F238E27FC236}">
                <a16:creationId xmlns:a16="http://schemas.microsoft.com/office/drawing/2014/main" id="{4B4314A2-FE26-4A53-BBCC-29B82B85E4F5}"/>
              </a:ext>
            </a:extLst>
          </p:cNvPr>
          <p:cNvSpPr txBox="1">
            <a:spLocks/>
          </p:cNvSpPr>
          <p:nvPr userDrawn="1"/>
        </p:nvSpPr>
        <p:spPr>
          <a:xfrm>
            <a:off x="196678" y="6361113"/>
            <a:ext cx="527222" cy="365125"/>
          </a:xfrm>
          <a:prstGeom prst="rect">
            <a:avLst/>
          </a:prstGeom>
        </p:spPr>
        <p:txBody>
          <a:bodyPr vert="horz" lIns="91440" tIns="45720" rIns="91440" bIns="45720" rtlCol="0" anchor="ctr"/>
          <a:lstStyle>
            <a:defPPr>
              <a:defRPr lang="en-US"/>
            </a:defPPr>
            <a:lvl1pPr marL="0" algn="ctr" defTabSz="914400" rtl="0" eaLnBrk="1" latinLnBrk="0" hangingPunct="1">
              <a:defRPr sz="800" b="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ZA" dirty="0"/>
          </a:p>
        </p:txBody>
      </p:sp>
      <p:sp>
        <p:nvSpPr>
          <p:cNvPr id="2" name="Text Placeholder 15">
            <a:extLst>
              <a:ext uri="{FF2B5EF4-FFF2-40B4-BE49-F238E27FC236}">
                <a16:creationId xmlns:a16="http://schemas.microsoft.com/office/drawing/2014/main" id="{44AA23E4-A6F0-89BD-C01F-DD1527B11F0E}"/>
              </a:ext>
            </a:extLst>
          </p:cNvPr>
          <p:cNvSpPr>
            <a:spLocks noGrp="1"/>
          </p:cNvSpPr>
          <p:nvPr>
            <p:ph type="body" sz="quarter" idx="17" hasCustomPrompt="1"/>
          </p:nvPr>
        </p:nvSpPr>
        <p:spPr>
          <a:xfrm>
            <a:off x="682625" y="2317271"/>
            <a:ext cx="4632325" cy="3883504"/>
          </a:xfrm>
        </p:spPr>
        <p:txBody>
          <a:bodyPr lIns="0" tIns="0" bIns="0">
            <a:noAutofit/>
          </a:bodyPr>
          <a:lstStyle>
            <a:lvl1pPr marL="0" indent="0">
              <a:buNone/>
              <a:defRPr sz="3200" b="1" cap="none" baseline="0">
                <a:solidFill>
                  <a:schemeClr val="bg1"/>
                </a:solidFill>
                <a:latin typeface="Avenir Next LT Pro" panose="020B05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19885276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2880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70846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128">
          <p15:clr>
            <a:srgbClr val="FBAE40"/>
          </p15:clr>
        </p15:guide>
        <p15:guide id="4" pos="6552">
          <p15:clr>
            <a:srgbClr val="FBAE40"/>
          </p15:clr>
        </p15:guide>
        <p15:guide id="5" orient="horz" pos="480">
          <p15:clr>
            <a:srgbClr val="FBAE40"/>
          </p15:clr>
        </p15:guide>
        <p15:guide id="6" orient="horz"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D8C333-98C1-4340-BB52-CE10F8F137B3}"/>
              </a:ext>
            </a:extLst>
          </p:cNvPr>
          <p:cNvSpPr>
            <a:spLocks noGrp="1"/>
          </p:cNvSpPr>
          <p:nvPr>
            <p:ph type="title"/>
          </p:nvPr>
        </p:nvSpPr>
        <p:spPr>
          <a:xfrm>
            <a:off x="684000" y="54000"/>
            <a:ext cx="10800000" cy="656367"/>
          </a:xfrm>
          <a:prstGeom prst="rect">
            <a:avLst/>
          </a:prstGeom>
        </p:spPr>
        <p:txBody>
          <a:bodyPr vert="horz" lIns="91440" tIns="45720" rIns="91440" bIns="45720" rtlCol="0" anchor="ctr">
            <a:normAutofit/>
          </a:bodyPr>
          <a:lstStyle/>
          <a:p>
            <a:r>
              <a:rPr lang="en-US" dirty="0"/>
              <a:t>Click to edit Master title style</a:t>
            </a:r>
            <a:endParaRPr lang="en-ZA" dirty="0"/>
          </a:p>
        </p:txBody>
      </p:sp>
      <p:sp>
        <p:nvSpPr>
          <p:cNvPr id="3" name="Text Placeholder 2">
            <a:extLst>
              <a:ext uri="{FF2B5EF4-FFF2-40B4-BE49-F238E27FC236}">
                <a16:creationId xmlns:a16="http://schemas.microsoft.com/office/drawing/2014/main" id="{46D0D003-7D26-4FA0-AB59-58DC2D511560}"/>
              </a:ext>
            </a:extLst>
          </p:cNvPr>
          <p:cNvSpPr>
            <a:spLocks noGrp="1"/>
          </p:cNvSpPr>
          <p:nvPr>
            <p:ph type="body" idx="1"/>
          </p:nvPr>
        </p:nvSpPr>
        <p:spPr>
          <a:xfrm>
            <a:off x="684000" y="1008000"/>
            <a:ext cx="10800000" cy="537671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3"/>
            <a:r>
              <a:rPr lang="en-US" dirty="0"/>
              <a:t>Third level</a:t>
            </a:r>
          </a:p>
        </p:txBody>
      </p:sp>
      <p:sp>
        <p:nvSpPr>
          <p:cNvPr id="23" name="Slide Number Placeholder 5">
            <a:extLst>
              <a:ext uri="{FF2B5EF4-FFF2-40B4-BE49-F238E27FC236}">
                <a16:creationId xmlns:a16="http://schemas.microsoft.com/office/drawing/2014/main" id="{3D4C2934-D793-439E-859A-C5BB6F2ED41D}"/>
              </a:ext>
            </a:extLst>
          </p:cNvPr>
          <p:cNvSpPr>
            <a:spLocks noGrp="1"/>
          </p:cNvSpPr>
          <p:nvPr>
            <p:ph type="sldNum" sz="quarter" idx="4"/>
          </p:nvPr>
        </p:nvSpPr>
        <p:spPr>
          <a:xfrm>
            <a:off x="255957" y="6399028"/>
            <a:ext cx="527222" cy="365125"/>
          </a:xfrm>
          <a:prstGeom prst="rect">
            <a:avLst/>
          </a:prstGeom>
        </p:spPr>
        <p:txBody>
          <a:bodyPr vert="horz" lIns="91440" tIns="45720" rIns="91440" bIns="45720" rtlCol="0" anchor="ctr"/>
          <a:lstStyle>
            <a:lvl1pPr algn="l">
              <a:defRPr sz="1000" b="1">
                <a:solidFill>
                  <a:schemeClr val="tx2"/>
                </a:solidFill>
                <a:latin typeface="Avenir Next LT Pro" panose="020B0504020202020204" pitchFamily="34" charset="0"/>
              </a:defRPr>
            </a:lvl1pPr>
          </a:lstStyle>
          <a:p>
            <a:fld id="{303BB4E7-ECF0-48C2-8E8B-35EF4BB93775}" type="slidenum">
              <a:rPr lang="en-ZA" smtClean="0"/>
              <a:pPr/>
              <a:t>‹#›</a:t>
            </a:fld>
            <a:endParaRPr lang="en-ZA" dirty="0"/>
          </a:p>
        </p:txBody>
      </p:sp>
      <p:pic>
        <p:nvPicPr>
          <p:cNvPr id="4" name="Graphic 3">
            <a:extLst>
              <a:ext uri="{FF2B5EF4-FFF2-40B4-BE49-F238E27FC236}">
                <a16:creationId xmlns:a16="http://schemas.microsoft.com/office/drawing/2014/main" id="{41CE3B7D-E95F-A639-84A4-35A63D571FEA}"/>
              </a:ext>
            </a:extLst>
          </p:cNvPr>
          <p:cNvPicPr>
            <a:picLocks noChangeAspect="1"/>
          </p:cNvPicPr>
          <p:nvPr userDrawn="1"/>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1392733" y="6433073"/>
            <a:ext cx="460279" cy="258907"/>
          </a:xfrm>
          <a:prstGeom prst="rect">
            <a:avLst/>
          </a:prstGeom>
        </p:spPr>
      </p:pic>
    </p:spTree>
    <p:extLst>
      <p:ext uri="{BB962C8B-B14F-4D97-AF65-F5344CB8AC3E}">
        <p14:creationId xmlns:p14="http://schemas.microsoft.com/office/powerpoint/2010/main" val="3077427123"/>
      </p:ext>
    </p:extLst>
  </p:cSld>
  <p:clrMap bg1="lt1" tx1="dk1" bg2="lt2" tx2="dk2" accent1="accent1" accent2="accent2" accent3="accent3" accent4="accent4" accent5="accent5" accent6="accent6" hlink="hlink" folHlink="folHlink"/>
  <p:sldLayoutIdLst>
    <p:sldLayoutId id="2147483723" r:id="rId1"/>
    <p:sldLayoutId id="2147483722" r:id="rId2"/>
    <p:sldLayoutId id="2147483724" r:id="rId3"/>
    <p:sldLayoutId id="2147483725" r:id="rId4"/>
    <p:sldLayoutId id="2147483726" r:id="rId5"/>
    <p:sldLayoutId id="2147483727" r:id="rId6"/>
    <p:sldLayoutId id="2147483728" r:id="rId7"/>
    <p:sldLayoutId id="2147483731" r:id="rId8"/>
    <p:sldLayoutId id="2147483732" r:id="rId9"/>
    <p:sldLayoutId id="2147483693" r:id="rId10"/>
    <p:sldLayoutId id="2147483730" r:id="rId11"/>
    <p:sldLayoutId id="2147483733" r:id="rId12"/>
    <p:sldLayoutId id="2147483734" r:id="rId13"/>
    <p:sldLayoutId id="2147483735" r:id="rId14"/>
    <p:sldLayoutId id="2147483692" r:id="rId15"/>
    <p:sldLayoutId id="2147483695" r:id="rId16"/>
    <p:sldLayoutId id="2147483681" r:id="rId17"/>
    <p:sldLayoutId id="2147483717" r:id="rId18"/>
    <p:sldLayoutId id="2147483718" r:id="rId19"/>
    <p:sldLayoutId id="2147483719" r:id="rId20"/>
    <p:sldLayoutId id="2147483720" r:id="rId21"/>
    <p:sldLayoutId id="2147483721" r:id="rId22"/>
    <p:sldLayoutId id="2147483694" r:id="rId23"/>
    <p:sldLayoutId id="2147483699" r:id="rId24"/>
    <p:sldLayoutId id="2147483729" r:id="rId25"/>
  </p:sldLayoutIdLst>
  <p:hf hdr="0" ftr="0" dt="0"/>
  <p:txStyles>
    <p:titleStyle>
      <a:lvl1pPr algn="l" defTabSz="914400" rtl="0" eaLnBrk="1" latinLnBrk="0" hangingPunct="1">
        <a:lnSpc>
          <a:spcPct val="100000"/>
        </a:lnSpc>
        <a:spcBef>
          <a:spcPct val="0"/>
        </a:spcBef>
        <a:buNone/>
        <a:defRPr sz="3000"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tx2"/>
        </a:buClr>
        <a:buSzPct val="120000"/>
        <a:buFont typeface="Wingdings" panose="05000000000000000000" pitchFamily="2" charset="2"/>
        <a:buChar char="§"/>
        <a:defRPr sz="1800" kern="1200">
          <a:solidFill>
            <a:schemeClr val="tx1"/>
          </a:solidFill>
          <a:latin typeface="+mn-lt"/>
          <a:ea typeface="+mn-ea"/>
          <a:cs typeface="+mn-cs"/>
        </a:defRPr>
      </a:lvl1pPr>
      <a:lvl2pPr marL="447675" indent="-228600" algn="l" defTabSz="914400" rtl="0" eaLnBrk="1" latinLnBrk="0" hangingPunct="1">
        <a:lnSpc>
          <a:spcPct val="100000"/>
        </a:lnSpc>
        <a:spcBef>
          <a:spcPts val="500"/>
        </a:spcBef>
        <a:buClr>
          <a:schemeClr val="tx2"/>
        </a:buClr>
        <a:buFont typeface="Wingdings" panose="05000000000000000000" pitchFamily="2" charset="2"/>
        <a:buChar char="§"/>
        <a:defRPr sz="1600" kern="1200">
          <a:solidFill>
            <a:schemeClr val="tx1"/>
          </a:solidFill>
          <a:latin typeface="+mn-lt"/>
          <a:ea typeface="+mn-ea"/>
          <a:cs typeface="+mn-cs"/>
        </a:defRPr>
      </a:lvl2pPr>
      <a:lvl3pPr marL="4445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534988" indent="-228600" algn="l" defTabSz="914400" rtl="0" eaLnBrk="1" latinLnBrk="0" hangingPunct="1">
        <a:lnSpc>
          <a:spcPct val="100000"/>
        </a:lnSpc>
        <a:spcBef>
          <a:spcPts val="500"/>
        </a:spcBef>
        <a:buClr>
          <a:schemeClr val="tx2"/>
        </a:buClr>
        <a:buFont typeface="Wingdings" panose="05000000000000000000" pitchFamily="2" charset="2"/>
        <a:buChar char="§"/>
        <a:defRPr sz="1400" kern="1200">
          <a:solidFill>
            <a:schemeClr val="tx1"/>
          </a:solidFill>
          <a:latin typeface="+mn-lt"/>
          <a:ea typeface="+mn-ea"/>
          <a:cs typeface="+mn-cs"/>
        </a:defRPr>
      </a:lvl4pPr>
      <a:lvl5pPr marL="62547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userDrawn="1">
          <p15:clr>
            <a:srgbClr val="F26B43"/>
          </p15:clr>
        </p15:guide>
        <p15:guide id="2" pos="7469" userDrawn="1">
          <p15:clr>
            <a:srgbClr val="F26B43"/>
          </p15:clr>
        </p15:guide>
        <p15:guide id="3" pos="430" userDrawn="1">
          <p15:clr>
            <a:srgbClr val="F26B43"/>
          </p15:clr>
        </p15:guide>
        <p15:guide id="4" pos="830" userDrawn="1">
          <p15:clr>
            <a:srgbClr val="F26B43"/>
          </p15:clr>
        </p15:guide>
        <p15:guide id="5" pos="1014" userDrawn="1">
          <p15:clr>
            <a:srgbClr val="F26B43"/>
          </p15:clr>
        </p15:guide>
        <p15:guide id="6" pos="1414" userDrawn="1">
          <p15:clr>
            <a:srgbClr val="F26B43"/>
          </p15:clr>
        </p15:guide>
        <p15:guide id="7" pos="1597" userDrawn="1">
          <p15:clr>
            <a:srgbClr val="F26B43"/>
          </p15:clr>
        </p15:guide>
        <p15:guide id="8" pos="1997" userDrawn="1">
          <p15:clr>
            <a:srgbClr val="F26B43"/>
          </p15:clr>
        </p15:guide>
        <p15:guide id="9" pos="2181" userDrawn="1">
          <p15:clr>
            <a:srgbClr val="F26B43"/>
          </p15:clr>
        </p15:guide>
        <p15:guide id="10" pos="2581" userDrawn="1">
          <p15:clr>
            <a:srgbClr val="F26B43"/>
          </p15:clr>
        </p15:guide>
        <p15:guide id="11" pos="2764" userDrawn="1">
          <p15:clr>
            <a:srgbClr val="F26B43"/>
          </p15:clr>
        </p15:guide>
        <p15:guide id="12" pos="3164" userDrawn="1">
          <p15:clr>
            <a:srgbClr val="F26B43"/>
          </p15:clr>
        </p15:guide>
        <p15:guide id="13" pos="3348" userDrawn="1">
          <p15:clr>
            <a:srgbClr val="F26B43"/>
          </p15:clr>
        </p15:guide>
        <p15:guide id="14" pos="3748" userDrawn="1">
          <p15:clr>
            <a:srgbClr val="F26B43"/>
          </p15:clr>
        </p15:guide>
        <p15:guide id="15" pos="3931" userDrawn="1">
          <p15:clr>
            <a:srgbClr val="F26B43"/>
          </p15:clr>
        </p15:guide>
        <p15:guide id="16" pos="4331" userDrawn="1">
          <p15:clr>
            <a:srgbClr val="F26B43"/>
          </p15:clr>
        </p15:guide>
        <p15:guide id="17" pos="4515" userDrawn="1">
          <p15:clr>
            <a:srgbClr val="F26B43"/>
          </p15:clr>
        </p15:guide>
        <p15:guide id="18" pos="4915" userDrawn="1">
          <p15:clr>
            <a:srgbClr val="F26B43"/>
          </p15:clr>
        </p15:guide>
        <p15:guide id="19" pos="5098" userDrawn="1">
          <p15:clr>
            <a:srgbClr val="F26B43"/>
          </p15:clr>
        </p15:guide>
        <p15:guide id="20" pos="5498" userDrawn="1">
          <p15:clr>
            <a:srgbClr val="F26B43"/>
          </p15:clr>
        </p15:guide>
        <p15:guide id="21" pos="5682" userDrawn="1">
          <p15:clr>
            <a:srgbClr val="F26B43"/>
          </p15:clr>
        </p15:guide>
        <p15:guide id="22" pos="6082" userDrawn="1">
          <p15:clr>
            <a:srgbClr val="F26B43"/>
          </p15:clr>
        </p15:guide>
        <p15:guide id="23" pos="6265" userDrawn="1">
          <p15:clr>
            <a:srgbClr val="F26B43"/>
          </p15:clr>
        </p15:guide>
        <p15:guide id="24" pos="6665" userDrawn="1">
          <p15:clr>
            <a:srgbClr val="F26B43"/>
          </p15:clr>
        </p15:guide>
        <p15:guide id="25" pos="6849" userDrawn="1">
          <p15:clr>
            <a:srgbClr val="F26B43"/>
          </p15:clr>
        </p15:guide>
        <p15:guide id="26" pos="7249" userDrawn="1">
          <p15:clr>
            <a:srgbClr val="F26B43"/>
          </p15:clr>
        </p15:guide>
        <p15:guide id="27" orient="horz" userDrawn="1">
          <p15:clr>
            <a:srgbClr val="F26B43"/>
          </p15:clr>
        </p15:guide>
        <p15:guide id="28" orient="horz" pos="4320" userDrawn="1">
          <p15:clr>
            <a:srgbClr val="F26B43"/>
          </p15:clr>
        </p15:guide>
        <p15:guide id="29" orient="horz" pos="144" userDrawn="1">
          <p15:clr>
            <a:srgbClr val="F26B43"/>
          </p15:clr>
        </p15:guide>
        <p15:guide id="30" orient="horz" pos="1488" userDrawn="1">
          <p15:clr>
            <a:srgbClr val="F26B43"/>
          </p15:clr>
        </p15:guide>
        <p15:guide id="31" orient="horz" pos="2818" userDrawn="1">
          <p15:clr>
            <a:srgbClr val="F26B43"/>
          </p15:clr>
        </p15:guide>
        <p15:guide id="32" orient="horz" pos="4176" userDrawn="1">
          <p15:clr>
            <a:srgbClr val="F26B43"/>
          </p15:clr>
        </p15:guide>
        <p15:guide id="33" orient="horz" pos="390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6A7B8-E195-A20A-634B-60C7FA8AD034}"/>
              </a:ext>
            </a:extLst>
          </p:cNvPr>
          <p:cNvSpPr>
            <a:spLocks noGrp="1"/>
          </p:cNvSpPr>
          <p:nvPr>
            <p:ph type="title"/>
          </p:nvPr>
        </p:nvSpPr>
        <p:spPr/>
        <p:txBody>
          <a:bodyPr>
            <a:normAutofit/>
          </a:bodyPr>
          <a:lstStyle/>
          <a:p>
            <a:r>
              <a:rPr lang="en-US" dirty="0" err="1"/>
              <a:t>Omt</a:t>
            </a:r>
            <a:r>
              <a:rPr lang="en-US" dirty="0"/>
              <a:t> postgraduate scholarships explained</a:t>
            </a:r>
            <a:endParaRPr lang="en-ZA" dirty="0"/>
          </a:p>
        </p:txBody>
      </p:sp>
      <p:sp>
        <p:nvSpPr>
          <p:cNvPr id="3" name="Text Placeholder 2">
            <a:extLst>
              <a:ext uri="{FF2B5EF4-FFF2-40B4-BE49-F238E27FC236}">
                <a16:creationId xmlns:a16="http://schemas.microsoft.com/office/drawing/2014/main" id="{1E2BC3D9-2540-0BE4-72D1-0C250904F904}"/>
              </a:ext>
            </a:extLst>
          </p:cNvPr>
          <p:cNvSpPr>
            <a:spLocks noGrp="1"/>
          </p:cNvSpPr>
          <p:nvPr>
            <p:ph type="body" idx="1"/>
          </p:nvPr>
        </p:nvSpPr>
        <p:spPr/>
        <p:txBody>
          <a:bodyPr/>
          <a:lstStyle/>
          <a:p>
            <a:r>
              <a:rPr lang="en-US" dirty="0"/>
              <a:t>Stride Shift</a:t>
            </a:r>
          </a:p>
          <a:p>
            <a:r>
              <a:rPr lang="en-US" dirty="0"/>
              <a:t>November 2025</a:t>
            </a:r>
          </a:p>
          <a:p>
            <a:endParaRPr lang="en-ZA" dirty="0"/>
          </a:p>
        </p:txBody>
      </p:sp>
    </p:spTree>
    <p:extLst>
      <p:ext uri="{BB962C8B-B14F-4D97-AF65-F5344CB8AC3E}">
        <p14:creationId xmlns:p14="http://schemas.microsoft.com/office/powerpoint/2010/main" val="730094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85A71-98E0-1190-D276-C83D5FFFD7FB}"/>
              </a:ext>
            </a:extLst>
          </p:cNvPr>
          <p:cNvSpPr>
            <a:spLocks noGrp="1"/>
          </p:cNvSpPr>
          <p:nvPr>
            <p:ph type="title"/>
          </p:nvPr>
        </p:nvSpPr>
        <p:spPr/>
        <p:txBody>
          <a:bodyPr/>
          <a:lstStyle/>
          <a:p>
            <a:r>
              <a:rPr lang="en-ZA" dirty="0"/>
              <a:t>Process flow</a:t>
            </a:r>
          </a:p>
        </p:txBody>
      </p:sp>
      <p:sp>
        <p:nvSpPr>
          <p:cNvPr id="3" name="Text Placeholder 2">
            <a:extLst>
              <a:ext uri="{FF2B5EF4-FFF2-40B4-BE49-F238E27FC236}">
                <a16:creationId xmlns:a16="http://schemas.microsoft.com/office/drawing/2014/main" id="{0DAFED57-DE7F-AF23-F10C-E84F55418DC7}"/>
              </a:ext>
            </a:extLst>
          </p:cNvPr>
          <p:cNvSpPr>
            <a:spLocks noGrp="1"/>
          </p:cNvSpPr>
          <p:nvPr>
            <p:ph type="body" idx="1"/>
          </p:nvPr>
        </p:nvSpPr>
        <p:spPr/>
        <p:txBody>
          <a:bodyPr/>
          <a:lstStyle/>
          <a:p>
            <a:endParaRPr lang="en-ZA"/>
          </a:p>
        </p:txBody>
      </p:sp>
    </p:spTree>
    <p:extLst>
      <p:ext uri="{BB962C8B-B14F-4D97-AF65-F5344CB8AC3E}">
        <p14:creationId xmlns:p14="http://schemas.microsoft.com/office/powerpoint/2010/main" val="864582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6B326-1180-99CF-14E2-EA723186E21B}"/>
              </a:ext>
            </a:extLst>
          </p:cNvPr>
          <p:cNvSpPr>
            <a:spLocks noGrp="1"/>
          </p:cNvSpPr>
          <p:nvPr>
            <p:ph type="title"/>
          </p:nvPr>
        </p:nvSpPr>
        <p:spPr/>
        <p:txBody>
          <a:bodyPr/>
          <a:lstStyle/>
          <a:p>
            <a:r>
              <a:rPr lang="en-ZA" dirty="0"/>
              <a:t>Application process flow</a:t>
            </a:r>
          </a:p>
        </p:txBody>
      </p:sp>
      <p:sp>
        <p:nvSpPr>
          <p:cNvPr id="4" name="Slide Number Placeholder 3">
            <a:extLst>
              <a:ext uri="{FF2B5EF4-FFF2-40B4-BE49-F238E27FC236}">
                <a16:creationId xmlns:a16="http://schemas.microsoft.com/office/drawing/2014/main" id="{6B9CEAB1-6B40-34DD-8AC9-B24246A900CC}"/>
              </a:ext>
            </a:extLst>
          </p:cNvPr>
          <p:cNvSpPr>
            <a:spLocks noGrp="1"/>
          </p:cNvSpPr>
          <p:nvPr>
            <p:ph type="sldNum" sz="quarter" idx="4"/>
          </p:nvPr>
        </p:nvSpPr>
        <p:spPr/>
        <p:txBody>
          <a:bodyPr/>
          <a:lstStyle/>
          <a:p>
            <a:fld id="{303BB4E7-ECF0-48C2-8E8B-35EF4BB93775}" type="slidenum">
              <a:rPr lang="en-ZA" smtClean="0"/>
              <a:pPr/>
              <a:t>3</a:t>
            </a:fld>
            <a:endParaRPr lang="en-ZA" dirty="0"/>
          </a:p>
        </p:txBody>
      </p:sp>
      <p:sp>
        <p:nvSpPr>
          <p:cNvPr id="15" name="TextBox 14">
            <a:extLst>
              <a:ext uri="{FF2B5EF4-FFF2-40B4-BE49-F238E27FC236}">
                <a16:creationId xmlns:a16="http://schemas.microsoft.com/office/drawing/2014/main" id="{53B264A6-2406-A366-6156-CB1B1580075B}"/>
              </a:ext>
            </a:extLst>
          </p:cNvPr>
          <p:cNvSpPr txBox="1"/>
          <p:nvPr/>
        </p:nvSpPr>
        <p:spPr>
          <a:xfrm>
            <a:off x="782822" y="3205896"/>
            <a:ext cx="1331728" cy="408623"/>
          </a:xfrm>
          <a:prstGeom prst="flowChartAlternateProcess">
            <a:avLst/>
          </a:prstGeom>
          <a:noFill/>
          <a:ln>
            <a:solidFill>
              <a:schemeClr val="tx1"/>
            </a:solidFill>
          </a:ln>
        </p:spPr>
        <p:txBody>
          <a:bodyPr wrap="square" rtlCol="0">
            <a:spAutoFit/>
          </a:bodyPr>
          <a:lstStyle/>
          <a:p>
            <a:r>
              <a:rPr lang="en-ZA" dirty="0"/>
              <a:t>Draft</a:t>
            </a:r>
          </a:p>
        </p:txBody>
      </p:sp>
      <p:sp>
        <p:nvSpPr>
          <p:cNvPr id="16" name="TextBox 15">
            <a:extLst>
              <a:ext uri="{FF2B5EF4-FFF2-40B4-BE49-F238E27FC236}">
                <a16:creationId xmlns:a16="http://schemas.microsoft.com/office/drawing/2014/main" id="{5FBB056B-8638-D361-607B-C2F83FCB2C98}"/>
              </a:ext>
            </a:extLst>
          </p:cNvPr>
          <p:cNvSpPr txBox="1"/>
          <p:nvPr/>
        </p:nvSpPr>
        <p:spPr>
          <a:xfrm>
            <a:off x="2333623" y="3205895"/>
            <a:ext cx="1331728" cy="408623"/>
          </a:xfrm>
          <a:prstGeom prst="flowChartAlternateProcess">
            <a:avLst/>
          </a:prstGeom>
          <a:noFill/>
          <a:ln>
            <a:solidFill>
              <a:schemeClr val="tx1"/>
            </a:solidFill>
          </a:ln>
        </p:spPr>
        <p:txBody>
          <a:bodyPr wrap="square" rtlCol="0">
            <a:spAutoFit/>
          </a:bodyPr>
          <a:lstStyle/>
          <a:p>
            <a:r>
              <a:rPr lang="en-ZA" dirty="0"/>
              <a:t>Submitted</a:t>
            </a:r>
          </a:p>
        </p:txBody>
      </p:sp>
      <p:sp>
        <p:nvSpPr>
          <p:cNvPr id="17" name="TextBox 16">
            <a:extLst>
              <a:ext uri="{FF2B5EF4-FFF2-40B4-BE49-F238E27FC236}">
                <a16:creationId xmlns:a16="http://schemas.microsoft.com/office/drawing/2014/main" id="{F1ABD391-4671-9C69-EF9D-DB252AD81C80}"/>
              </a:ext>
            </a:extLst>
          </p:cNvPr>
          <p:cNvSpPr txBox="1"/>
          <p:nvPr/>
        </p:nvSpPr>
        <p:spPr>
          <a:xfrm>
            <a:off x="3857623" y="2680722"/>
            <a:ext cx="1533525" cy="408623"/>
          </a:xfrm>
          <a:prstGeom prst="flowChartAlternateProcess">
            <a:avLst/>
          </a:prstGeom>
          <a:solidFill>
            <a:schemeClr val="accent4">
              <a:lumMod val="75000"/>
            </a:schemeClr>
          </a:solidFill>
          <a:ln>
            <a:solidFill>
              <a:schemeClr val="tx1"/>
            </a:solidFill>
          </a:ln>
        </p:spPr>
        <p:txBody>
          <a:bodyPr wrap="square" rtlCol="0">
            <a:spAutoFit/>
          </a:bodyPr>
          <a:lstStyle/>
          <a:p>
            <a:r>
              <a:rPr lang="en-ZA" dirty="0"/>
              <a:t>Not eligible</a:t>
            </a:r>
          </a:p>
        </p:txBody>
      </p:sp>
      <p:sp>
        <p:nvSpPr>
          <p:cNvPr id="18" name="TextBox 17">
            <a:extLst>
              <a:ext uri="{FF2B5EF4-FFF2-40B4-BE49-F238E27FC236}">
                <a16:creationId xmlns:a16="http://schemas.microsoft.com/office/drawing/2014/main" id="{0FE0AF91-6069-0C0A-8D78-594462C80AAC}"/>
              </a:ext>
            </a:extLst>
          </p:cNvPr>
          <p:cNvSpPr txBox="1"/>
          <p:nvPr/>
        </p:nvSpPr>
        <p:spPr>
          <a:xfrm>
            <a:off x="3874558" y="3818829"/>
            <a:ext cx="1647826" cy="408623"/>
          </a:xfrm>
          <a:prstGeom prst="flowChartAlternateProcess">
            <a:avLst/>
          </a:prstGeom>
          <a:solidFill>
            <a:srgbClr val="00B050"/>
          </a:solidFill>
          <a:ln>
            <a:solidFill>
              <a:schemeClr val="tx1"/>
            </a:solidFill>
          </a:ln>
        </p:spPr>
        <p:txBody>
          <a:bodyPr wrap="square" rtlCol="0">
            <a:spAutoFit/>
          </a:bodyPr>
          <a:lstStyle/>
          <a:p>
            <a:r>
              <a:rPr lang="en-ZA" dirty="0"/>
              <a:t>Under review</a:t>
            </a:r>
          </a:p>
        </p:txBody>
      </p:sp>
      <p:sp>
        <p:nvSpPr>
          <p:cNvPr id="19" name="TextBox 18">
            <a:extLst>
              <a:ext uri="{FF2B5EF4-FFF2-40B4-BE49-F238E27FC236}">
                <a16:creationId xmlns:a16="http://schemas.microsoft.com/office/drawing/2014/main" id="{81EE7A3F-4B5D-7B5A-2D1D-995DBC5D2AB5}"/>
              </a:ext>
            </a:extLst>
          </p:cNvPr>
          <p:cNvSpPr txBox="1"/>
          <p:nvPr/>
        </p:nvSpPr>
        <p:spPr>
          <a:xfrm>
            <a:off x="5724526" y="3337580"/>
            <a:ext cx="1924053" cy="408623"/>
          </a:xfrm>
          <a:prstGeom prst="flowChartAlternateProcess">
            <a:avLst/>
          </a:prstGeom>
          <a:solidFill>
            <a:srgbClr val="00B050"/>
          </a:solidFill>
          <a:ln>
            <a:solidFill>
              <a:schemeClr val="tx1"/>
            </a:solidFill>
          </a:ln>
        </p:spPr>
        <p:txBody>
          <a:bodyPr wrap="square" rtlCol="0">
            <a:spAutoFit/>
          </a:bodyPr>
          <a:lstStyle/>
          <a:p>
            <a:r>
              <a:rPr lang="en-ZA" dirty="0"/>
              <a:t>Board meeting</a:t>
            </a:r>
          </a:p>
        </p:txBody>
      </p:sp>
      <p:sp>
        <p:nvSpPr>
          <p:cNvPr id="21" name="TextBox 20">
            <a:extLst>
              <a:ext uri="{FF2B5EF4-FFF2-40B4-BE49-F238E27FC236}">
                <a16:creationId xmlns:a16="http://schemas.microsoft.com/office/drawing/2014/main" id="{F3BF70E1-63D6-BF7A-626B-2F6DC326C946}"/>
              </a:ext>
            </a:extLst>
          </p:cNvPr>
          <p:cNvSpPr txBox="1"/>
          <p:nvPr/>
        </p:nvSpPr>
        <p:spPr>
          <a:xfrm>
            <a:off x="5736309" y="4364482"/>
            <a:ext cx="1647826" cy="408623"/>
          </a:xfrm>
          <a:prstGeom prst="flowChartAlternateProcess">
            <a:avLst/>
          </a:prstGeom>
          <a:solidFill>
            <a:schemeClr val="accent4">
              <a:lumMod val="75000"/>
            </a:schemeClr>
          </a:solidFill>
          <a:ln>
            <a:solidFill>
              <a:schemeClr val="tx1"/>
            </a:solidFill>
          </a:ln>
        </p:spPr>
        <p:txBody>
          <a:bodyPr wrap="square" rtlCol="0">
            <a:spAutoFit/>
          </a:bodyPr>
          <a:lstStyle/>
          <a:p>
            <a:r>
              <a:rPr lang="en-ZA" dirty="0"/>
              <a:t>Declined</a:t>
            </a:r>
          </a:p>
        </p:txBody>
      </p:sp>
      <p:sp>
        <p:nvSpPr>
          <p:cNvPr id="22" name="TextBox 21">
            <a:extLst>
              <a:ext uri="{FF2B5EF4-FFF2-40B4-BE49-F238E27FC236}">
                <a16:creationId xmlns:a16="http://schemas.microsoft.com/office/drawing/2014/main" id="{C87B32FF-AA5A-BC9A-DB15-D3E731D160D9}"/>
              </a:ext>
            </a:extLst>
          </p:cNvPr>
          <p:cNvSpPr txBox="1"/>
          <p:nvPr/>
        </p:nvSpPr>
        <p:spPr>
          <a:xfrm>
            <a:off x="7867656" y="2885033"/>
            <a:ext cx="1647826" cy="408623"/>
          </a:xfrm>
          <a:prstGeom prst="flowChartAlternateProcess">
            <a:avLst/>
          </a:prstGeom>
          <a:solidFill>
            <a:srgbClr val="00B050"/>
          </a:solidFill>
          <a:ln>
            <a:solidFill>
              <a:schemeClr val="tx1"/>
            </a:solidFill>
          </a:ln>
        </p:spPr>
        <p:txBody>
          <a:bodyPr wrap="square" rtlCol="0">
            <a:spAutoFit/>
          </a:bodyPr>
          <a:lstStyle/>
          <a:p>
            <a:r>
              <a:rPr lang="en-ZA" dirty="0"/>
              <a:t>Approved</a:t>
            </a:r>
          </a:p>
        </p:txBody>
      </p:sp>
      <p:sp>
        <p:nvSpPr>
          <p:cNvPr id="24" name="TextBox 23">
            <a:extLst>
              <a:ext uri="{FF2B5EF4-FFF2-40B4-BE49-F238E27FC236}">
                <a16:creationId xmlns:a16="http://schemas.microsoft.com/office/drawing/2014/main" id="{C577FD6F-C0FE-8E65-4C5D-8AD70AC898B7}"/>
              </a:ext>
            </a:extLst>
          </p:cNvPr>
          <p:cNvSpPr txBox="1"/>
          <p:nvPr/>
        </p:nvSpPr>
        <p:spPr>
          <a:xfrm>
            <a:off x="7867656" y="3894662"/>
            <a:ext cx="1647826" cy="408623"/>
          </a:xfrm>
          <a:prstGeom prst="flowChartAlternateProcess">
            <a:avLst/>
          </a:prstGeom>
          <a:solidFill>
            <a:schemeClr val="accent4">
              <a:lumMod val="75000"/>
            </a:schemeClr>
          </a:solidFill>
          <a:ln>
            <a:solidFill>
              <a:schemeClr val="tx1"/>
            </a:solidFill>
          </a:ln>
        </p:spPr>
        <p:txBody>
          <a:bodyPr wrap="square" rtlCol="0">
            <a:spAutoFit/>
          </a:bodyPr>
          <a:lstStyle/>
          <a:p>
            <a:r>
              <a:rPr lang="en-ZA" dirty="0"/>
              <a:t>Declined</a:t>
            </a:r>
          </a:p>
        </p:txBody>
      </p:sp>
      <p:sp>
        <p:nvSpPr>
          <p:cNvPr id="25" name="Arrow: Right 24">
            <a:extLst>
              <a:ext uri="{FF2B5EF4-FFF2-40B4-BE49-F238E27FC236}">
                <a16:creationId xmlns:a16="http://schemas.microsoft.com/office/drawing/2014/main" id="{8FF00A76-A6E5-AB16-4AAF-9C9AA82AE63C}"/>
              </a:ext>
            </a:extLst>
          </p:cNvPr>
          <p:cNvSpPr/>
          <p:nvPr/>
        </p:nvSpPr>
        <p:spPr>
          <a:xfrm>
            <a:off x="2114550" y="3337580"/>
            <a:ext cx="219073" cy="18667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ZA"/>
          </a:p>
        </p:txBody>
      </p:sp>
      <p:sp>
        <p:nvSpPr>
          <p:cNvPr id="26" name="Arrow: Right 25">
            <a:extLst>
              <a:ext uri="{FF2B5EF4-FFF2-40B4-BE49-F238E27FC236}">
                <a16:creationId xmlns:a16="http://schemas.microsoft.com/office/drawing/2014/main" id="{D1D45521-CE10-B6F8-CCB2-B4663AADC4DB}"/>
              </a:ext>
            </a:extLst>
          </p:cNvPr>
          <p:cNvSpPr/>
          <p:nvPr/>
        </p:nvSpPr>
        <p:spPr>
          <a:xfrm rot="19041513">
            <a:off x="3642383" y="3029928"/>
            <a:ext cx="219073" cy="18667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ZA"/>
          </a:p>
        </p:txBody>
      </p:sp>
      <p:sp>
        <p:nvSpPr>
          <p:cNvPr id="27" name="Arrow: Right 26">
            <a:extLst>
              <a:ext uri="{FF2B5EF4-FFF2-40B4-BE49-F238E27FC236}">
                <a16:creationId xmlns:a16="http://schemas.microsoft.com/office/drawing/2014/main" id="{EEA87D06-AA0F-1380-77FD-E0C62C30BBF2}"/>
              </a:ext>
            </a:extLst>
          </p:cNvPr>
          <p:cNvSpPr/>
          <p:nvPr/>
        </p:nvSpPr>
        <p:spPr>
          <a:xfrm rot="19041513">
            <a:off x="5505451" y="3636930"/>
            <a:ext cx="219073" cy="18667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ZA"/>
          </a:p>
        </p:txBody>
      </p:sp>
      <p:sp>
        <p:nvSpPr>
          <p:cNvPr id="28" name="Arrow: Right 27">
            <a:extLst>
              <a:ext uri="{FF2B5EF4-FFF2-40B4-BE49-F238E27FC236}">
                <a16:creationId xmlns:a16="http://schemas.microsoft.com/office/drawing/2014/main" id="{A4AE2AA6-A26D-AC50-360A-5C8264F656B8}"/>
              </a:ext>
            </a:extLst>
          </p:cNvPr>
          <p:cNvSpPr/>
          <p:nvPr/>
        </p:nvSpPr>
        <p:spPr>
          <a:xfrm rot="19041513">
            <a:off x="7614317" y="3172787"/>
            <a:ext cx="219073" cy="18667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ZA"/>
          </a:p>
        </p:txBody>
      </p:sp>
      <p:sp>
        <p:nvSpPr>
          <p:cNvPr id="29" name="Arrow: Right 28">
            <a:extLst>
              <a:ext uri="{FF2B5EF4-FFF2-40B4-BE49-F238E27FC236}">
                <a16:creationId xmlns:a16="http://schemas.microsoft.com/office/drawing/2014/main" id="{26B760FA-C847-B54A-08DA-7E7261A30A8E}"/>
              </a:ext>
            </a:extLst>
          </p:cNvPr>
          <p:cNvSpPr/>
          <p:nvPr/>
        </p:nvSpPr>
        <p:spPr>
          <a:xfrm rot="2649331">
            <a:off x="3672614" y="3601127"/>
            <a:ext cx="219073" cy="18667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ZA"/>
          </a:p>
        </p:txBody>
      </p:sp>
      <p:sp>
        <p:nvSpPr>
          <p:cNvPr id="30" name="Arrow: Right 29">
            <a:extLst>
              <a:ext uri="{FF2B5EF4-FFF2-40B4-BE49-F238E27FC236}">
                <a16:creationId xmlns:a16="http://schemas.microsoft.com/office/drawing/2014/main" id="{090475A8-55E1-FBE2-B125-00968DF9559F}"/>
              </a:ext>
            </a:extLst>
          </p:cNvPr>
          <p:cNvSpPr/>
          <p:nvPr/>
        </p:nvSpPr>
        <p:spPr>
          <a:xfrm rot="2649331">
            <a:off x="5500759" y="4209950"/>
            <a:ext cx="219073" cy="18667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ZA"/>
          </a:p>
        </p:txBody>
      </p:sp>
      <p:sp>
        <p:nvSpPr>
          <p:cNvPr id="31" name="Arrow: Right 30">
            <a:extLst>
              <a:ext uri="{FF2B5EF4-FFF2-40B4-BE49-F238E27FC236}">
                <a16:creationId xmlns:a16="http://schemas.microsoft.com/office/drawing/2014/main" id="{00835FFE-5FF4-999D-38BF-AA6B984D6576}"/>
              </a:ext>
            </a:extLst>
          </p:cNvPr>
          <p:cNvSpPr/>
          <p:nvPr/>
        </p:nvSpPr>
        <p:spPr>
          <a:xfrm rot="2649331">
            <a:off x="7614514" y="3725494"/>
            <a:ext cx="219073" cy="18667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ZA"/>
          </a:p>
        </p:txBody>
      </p:sp>
      <p:sp>
        <p:nvSpPr>
          <p:cNvPr id="32" name="TextBox 31">
            <a:extLst>
              <a:ext uri="{FF2B5EF4-FFF2-40B4-BE49-F238E27FC236}">
                <a16:creationId xmlns:a16="http://schemas.microsoft.com/office/drawing/2014/main" id="{18591467-B6FD-818F-0471-2B7AA9216C4B}"/>
              </a:ext>
            </a:extLst>
          </p:cNvPr>
          <p:cNvSpPr txBox="1"/>
          <p:nvPr/>
        </p:nvSpPr>
        <p:spPr>
          <a:xfrm>
            <a:off x="2129680" y="1920805"/>
            <a:ext cx="1682381" cy="1168539"/>
          </a:xfrm>
          <a:prstGeom prst="flowChartConnector">
            <a:avLst/>
          </a:prstGeom>
          <a:solidFill>
            <a:schemeClr val="accent1">
              <a:lumMod val="20000"/>
              <a:lumOff val="80000"/>
            </a:schemeClr>
          </a:solidFill>
          <a:ln>
            <a:solidFill>
              <a:schemeClr val="accent1"/>
            </a:solidFill>
          </a:ln>
        </p:spPr>
        <p:txBody>
          <a:bodyPr wrap="square" rtlCol="0">
            <a:spAutoFit/>
          </a:bodyPr>
          <a:lstStyle/>
          <a:p>
            <a:r>
              <a:rPr lang="en-ZA" sz="1200" b="1" dirty="0"/>
              <a:t>Internal review </a:t>
            </a:r>
            <a:r>
              <a:rPr lang="en-ZA" sz="1200" dirty="0"/>
              <a:t>– eligibility; completeness and accuracy</a:t>
            </a:r>
          </a:p>
        </p:txBody>
      </p:sp>
      <p:sp>
        <p:nvSpPr>
          <p:cNvPr id="33" name="TextBox 32">
            <a:extLst>
              <a:ext uri="{FF2B5EF4-FFF2-40B4-BE49-F238E27FC236}">
                <a16:creationId xmlns:a16="http://schemas.microsoft.com/office/drawing/2014/main" id="{B261FEB0-AE6F-17D2-1EA0-A887F9AC3100}"/>
              </a:ext>
            </a:extLst>
          </p:cNvPr>
          <p:cNvSpPr txBox="1"/>
          <p:nvPr/>
        </p:nvSpPr>
        <p:spPr>
          <a:xfrm>
            <a:off x="3608118" y="4553197"/>
            <a:ext cx="2145784" cy="1687890"/>
          </a:xfrm>
          <a:prstGeom prst="flowChartConnector">
            <a:avLst/>
          </a:prstGeom>
          <a:solidFill>
            <a:schemeClr val="accent1">
              <a:lumMod val="20000"/>
              <a:lumOff val="80000"/>
            </a:schemeClr>
          </a:solidFill>
          <a:ln>
            <a:solidFill>
              <a:schemeClr val="accent1"/>
            </a:solidFill>
          </a:ln>
        </p:spPr>
        <p:txBody>
          <a:bodyPr wrap="square" rtlCol="0">
            <a:spAutoFit/>
          </a:bodyPr>
          <a:lstStyle/>
          <a:p>
            <a:r>
              <a:rPr lang="en-ZA" sz="1200" dirty="0"/>
              <a:t>External reviewers score on </a:t>
            </a:r>
            <a:r>
              <a:rPr lang="en-ZA" sz="1200" b="1" dirty="0"/>
              <a:t>adjudication activity</a:t>
            </a:r>
          </a:p>
          <a:p>
            <a:r>
              <a:rPr lang="en-ZA" sz="1200" dirty="0"/>
              <a:t>OMT shortlists for Board</a:t>
            </a:r>
          </a:p>
        </p:txBody>
      </p:sp>
      <p:sp>
        <p:nvSpPr>
          <p:cNvPr id="34" name="TextBox 33">
            <a:extLst>
              <a:ext uri="{FF2B5EF4-FFF2-40B4-BE49-F238E27FC236}">
                <a16:creationId xmlns:a16="http://schemas.microsoft.com/office/drawing/2014/main" id="{BEAFCC48-D29F-595B-CB5F-65EE4FEA0021}"/>
              </a:ext>
            </a:extLst>
          </p:cNvPr>
          <p:cNvSpPr txBox="1"/>
          <p:nvPr/>
        </p:nvSpPr>
        <p:spPr>
          <a:xfrm>
            <a:off x="5758790" y="1708557"/>
            <a:ext cx="1855525" cy="1428214"/>
          </a:xfrm>
          <a:prstGeom prst="flowChartConnector">
            <a:avLst/>
          </a:prstGeom>
          <a:solidFill>
            <a:schemeClr val="accent1">
              <a:lumMod val="20000"/>
              <a:lumOff val="80000"/>
            </a:schemeClr>
          </a:solidFill>
          <a:ln>
            <a:solidFill>
              <a:schemeClr val="accent1"/>
            </a:solidFill>
          </a:ln>
        </p:spPr>
        <p:txBody>
          <a:bodyPr wrap="square" rtlCol="0">
            <a:spAutoFit/>
          </a:bodyPr>
          <a:lstStyle/>
          <a:p>
            <a:r>
              <a:rPr lang="en-ZA" sz="1200" b="1" dirty="0"/>
              <a:t>OMT board </a:t>
            </a:r>
            <a:r>
              <a:rPr lang="en-ZA" sz="1200" dirty="0"/>
              <a:t>considers applications and approves / declines</a:t>
            </a:r>
          </a:p>
        </p:txBody>
      </p:sp>
      <p:sp>
        <p:nvSpPr>
          <p:cNvPr id="35" name="TextBox 34">
            <a:extLst>
              <a:ext uri="{FF2B5EF4-FFF2-40B4-BE49-F238E27FC236}">
                <a16:creationId xmlns:a16="http://schemas.microsoft.com/office/drawing/2014/main" id="{8B2C8BAF-8CC7-B640-531D-4821BCAE5149}"/>
              </a:ext>
            </a:extLst>
          </p:cNvPr>
          <p:cNvSpPr txBox="1"/>
          <p:nvPr/>
        </p:nvSpPr>
        <p:spPr>
          <a:xfrm>
            <a:off x="2133688" y="3896163"/>
            <a:ext cx="1685176" cy="408623"/>
          </a:xfrm>
          <a:prstGeom prst="flowChartAlternateProcess">
            <a:avLst/>
          </a:prstGeom>
          <a:noFill/>
          <a:ln>
            <a:solidFill>
              <a:schemeClr val="tx1"/>
            </a:solidFill>
          </a:ln>
        </p:spPr>
        <p:txBody>
          <a:bodyPr wrap="square" rtlCol="0">
            <a:spAutoFit/>
          </a:bodyPr>
          <a:lstStyle/>
          <a:p>
            <a:r>
              <a:rPr lang="en-ZA" dirty="0"/>
              <a:t>Revisions </a:t>
            </a:r>
            <a:r>
              <a:rPr lang="en-ZA" dirty="0" err="1"/>
              <a:t>Req</a:t>
            </a:r>
            <a:endParaRPr lang="en-ZA" dirty="0"/>
          </a:p>
        </p:txBody>
      </p:sp>
      <p:sp>
        <p:nvSpPr>
          <p:cNvPr id="36" name="Arrow: Right 35">
            <a:extLst>
              <a:ext uri="{FF2B5EF4-FFF2-40B4-BE49-F238E27FC236}">
                <a16:creationId xmlns:a16="http://schemas.microsoft.com/office/drawing/2014/main" id="{D0250737-2CFC-A4B2-586D-5637779AEEB7}"/>
              </a:ext>
            </a:extLst>
          </p:cNvPr>
          <p:cNvSpPr/>
          <p:nvPr/>
        </p:nvSpPr>
        <p:spPr>
          <a:xfrm rot="5400000">
            <a:off x="2519061" y="3662006"/>
            <a:ext cx="219073" cy="18667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ZA"/>
          </a:p>
        </p:txBody>
      </p:sp>
      <p:sp>
        <p:nvSpPr>
          <p:cNvPr id="37" name="Arrow: Right 36">
            <a:extLst>
              <a:ext uri="{FF2B5EF4-FFF2-40B4-BE49-F238E27FC236}">
                <a16:creationId xmlns:a16="http://schemas.microsoft.com/office/drawing/2014/main" id="{1734E8AB-23D6-28A1-2E1F-3A4024B38EA0}"/>
              </a:ext>
            </a:extLst>
          </p:cNvPr>
          <p:cNvSpPr/>
          <p:nvPr/>
        </p:nvSpPr>
        <p:spPr>
          <a:xfrm rot="16200000">
            <a:off x="2721935" y="3645388"/>
            <a:ext cx="219073" cy="18667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383876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271FA-293D-0EAF-9FC6-A62AD934DB2C}"/>
              </a:ext>
            </a:extLst>
          </p:cNvPr>
          <p:cNvSpPr>
            <a:spLocks noGrp="1"/>
          </p:cNvSpPr>
          <p:nvPr>
            <p:ph type="title"/>
          </p:nvPr>
        </p:nvSpPr>
        <p:spPr/>
        <p:txBody>
          <a:bodyPr/>
          <a:lstStyle/>
          <a:p>
            <a:r>
              <a:rPr lang="en-ZA" dirty="0"/>
              <a:t>Application specifics</a:t>
            </a:r>
          </a:p>
        </p:txBody>
      </p:sp>
      <p:sp>
        <p:nvSpPr>
          <p:cNvPr id="3" name="Text Placeholder 2">
            <a:extLst>
              <a:ext uri="{FF2B5EF4-FFF2-40B4-BE49-F238E27FC236}">
                <a16:creationId xmlns:a16="http://schemas.microsoft.com/office/drawing/2014/main" id="{C8EAEB49-8B58-5431-1CC8-1B047B4BD7B0}"/>
              </a:ext>
            </a:extLst>
          </p:cNvPr>
          <p:cNvSpPr>
            <a:spLocks noGrp="1"/>
          </p:cNvSpPr>
          <p:nvPr>
            <p:ph type="body" idx="1"/>
          </p:nvPr>
        </p:nvSpPr>
        <p:spPr/>
        <p:txBody>
          <a:bodyPr/>
          <a:lstStyle/>
          <a:p>
            <a:endParaRPr lang="en-ZA"/>
          </a:p>
        </p:txBody>
      </p:sp>
    </p:spTree>
    <p:extLst>
      <p:ext uri="{BB962C8B-B14F-4D97-AF65-F5344CB8AC3E}">
        <p14:creationId xmlns:p14="http://schemas.microsoft.com/office/powerpoint/2010/main" val="3260360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024B9-C8DF-8E75-90A8-A303F4C49F2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74FDEA9-7061-4055-02F1-6672E9F580CA}"/>
              </a:ext>
            </a:extLst>
          </p:cNvPr>
          <p:cNvSpPr>
            <a:spLocks noGrp="1"/>
          </p:cNvSpPr>
          <p:nvPr>
            <p:ph type="sldNum" sz="quarter" idx="4"/>
          </p:nvPr>
        </p:nvSpPr>
        <p:spPr/>
        <p:txBody>
          <a:bodyPr/>
          <a:lstStyle/>
          <a:p>
            <a:fld id="{303BB4E7-ECF0-48C2-8E8B-35EF4BB93775}" type="slidenum">
              <a:rPr lang="en-ZA" smtClean="0"/>
              <a:pPr/>
              <a:t>5</a:t>
            </a:fld>
            <a:endParaRPr lang="en-ZA" dirty="0"/>
          </a:p>
        </p:txBody>
      </p:sp>
      <p:sp>
        <p:nvSpPr>
          <p:cNvPr id="4" name="Content Placeholder 3">
            <a:extLst>
              <a:ext uri="{FF2B5EF4-FFF2-40B4-BE49-F238E27FC236}">
                <a16:creationId xmlns:a16="http://schemas.microsoft.com/office/drawing/2014/main" id="{CE424AAD-E95C-D13D-CAD0-3572DAA0F22F}"/>
              </a:ext>
            </a:extLst>
          </p:cNvPr>
          <p:cNvSpPr>
            <a:spLocks noGrp="1"/>
          </p:cNvSpPr>
          <p:nvPr>
            <p:ph idx="10"/>
          </p:nvPr>
        </p:nvSpPr>
        <p:spPr/>
        <p:txBody>
          <a:bodyPr>
            <a:normAutofit lnSpcReduction="10000"/>
          </a:bodyPr>
          <a:lstStyle/>
          <a:p>
            <a:r>
              <a:rPr lang="en-ZA" dirty="0"/>
              <a:t>The </a:t>
            </a:r>
            <a:r>
              <a:rPr lang="en-ZA" dirty="0" err="1"/>
              <a:t>SmartSimple</a:t>
            </a:r>
            <a:r>
              <a:rPr lang="en-ZA" dirty="0"/>
              <a:t> portal has the following 5 sections that are filled in by the applicant. Any field that is on the “home” page is a </a:t>
            </a:r>
            <a:r>
              <a:rPr lang="en-ZA" b="1" dirty="0"/>
              <a:t>level 1 field </a:t>
            </a:r>
            <a:r>
              <a:rPr lang="en-ZA" dirty="0"/>
              <a:t>and can be pulled into a report in the submission manager (Grant) filter. The sections on the left hand side are called activities and are </a:t>
            </a:r>
            <a:r>
              <a:rPr lang="en-ZA" b="1" dirty="0"/>
              <a:t>level 2 fields</a:t>
            </a:r>
            <a:r>
              <a:rPr lang="en-ZA" dirty="0"/>
              <a:t>. These fields can be pulled into a report in the submission manager (Activities) filter. </a:t>
            </a:r>
          </a:p>
        </p:txBody>
      </p:sp>
      <p:sp>
        <p:nvSpPr>
          <p:cNvPr id="5" name="Content Placeholder 4">
            <a:extLst>
              <a:ext uri="{FF2B5EF4-FFF2-40B4-BE49-F238E27FC236}">
                <a16:creationId xmlns:a16="http://schemas.microsoft.com/office/drawing/2014/main" id="{0D6F2990-1A1C-63E2-0B52-A8F778C84D11}"/>
              </a:ext>
            </a:extLst>
          </p:cNvPr>
          <p:cNvSpPr>
            <a:spLocks noGrp="1"/>
          </p:cNvSpPr>
          <p:nvPr>
            <p:ph idx="11"/>
          </p:nvPr>
        </p:nvSpPr>
        <p:spPr/>
        <p:txBody>
          <a:bodyPr/>
          <a:lstStyle/>
          <a:p>
            <a:endParaRPr lang="en-ZA"/>
          </a:p>
        </p:txBody>
      </p:sp>
      <p:sp>
        <p:nvSpPr>
          <p:cNvPr id="11" name="Title 10">
            <a:extLst>
              <a:ext uri="{FF2B5EF4-FFF2-40B4-BE49-F238E27FC236}">
                <a16:creationId xmlns:a16="http://schemas.microsoft.com/office/drawing/2014/main" id="{B135A48D-15D1-7588-A8E1-E1490CC1DAA5}"/>
              </a:ext>
            </a:extLst>
          </p:cNvPr>
          <p:cNvSpPr>
            <a:spLocks noGrp="1"/>
          </p:cNvSpPr>
          <p:nvPr>
            <p:ph type="title"/>
          </p:nvPr>
        </p:nvSpPr>
        <p:spPr/>
        <p:txBody>
          <a:bodyPr/>
          <a:lstStyle/>
          <a:p>
            <a:r>
              <a:rPr lang="en-ZA" dirty="0"/>
              <a:t>Navigating the application</a:t>
            </a:r>
          </a:p>
        </p:txBody>
      </p:sp>
      <p:pic>
        <p:nvPicPr>
          <p:cNvPr id="29" name="Content Placeholder 28">
            <a:extLst>
              <a:ext uri="{FF2B5EF4-FFF2-40B4-BE49-F238E27FC236}">
                <a16:creationId xmlns:a16="http://schemas.microsoft.com/office/drawing/2014/main" id="{23B536F6-CF48-D067-22F2-6712EB95EE35}"/>
              </a:ext>
            </a:extLst>
          </p:cNvPr>
          <p:cNvPicPr>
            <a:picLocks noGrp="1" noChangeAspect="1"/>
          </p:cNvPicPr>
          <p:nvPr>
            <p:ph idx="1"/>
          </p:nvPr>
        </p:nvPicPr>
        <p:blipFill>
          <a:blip r:embed="rId2"/>
          <a:stretch>
            <a:fillRect/>
          </a:stretch>
        </p:blipFill>
        <p:spPr>
          <a:xfrm>
            <a:off x="782822" y="1534040"/>
            <a:ext cx="10188787" cy="5030608"/>
          </a:xfrm>
          <a:prstGeom prst="rect">
            <a:avLst/>
          </a:prstGeom>
          <a:ln w="6350">
            <a:solidFill>
              <a:srgbClr val="00263A"/>
            </a:solidFill>
          </a:ln>
        </p:spPr>
      </p:pic>
      <p:sp>
        <p:nvSpPr>
          <p:cNvPr id="30" name="TextBox 29">
            <a:extLst>
              <a:ext uri="{FF2B5EF4-FFF2-40B4-BE49-F238E27FC236}">
                <a16:creationId xmlns:a16="http://schemas.microsoft.com/office/drawing/2014/main" id="{F0252CCF-AE1C-1A8A-0361-F481AD9DCC8E}"/>
              </a:ext>
            </a:extLst>
          </p:cNvPr>
          <p:cNvSpPr txBox="1"/>
          <p:nvPr/>
        </p:nvSpPr>
        <p:spPr>
          <a:xfrm>
            <a:off x="1628775" y="3228975"/>
            <a:ext cx="7981950" cy="307777"/>
          </a:xfrm>
          <a:prstGeom prst="rect">
            <a:avLst/>
          </a:prstGeom>
          <a:noFill/>
          <a:ln w="28575">
            <a:solidFill>
              <a:srgbClr val="FF0000"/>
            </a:solidFill>
          </a:ln>
        </p:spPr>
        <p:txBody>
          <a:bodyPr wrap="square" rtlCol="0">
            <a:spAutoFit/>
          </a:bodyPr>
          <a:lstStyle/>
          <a:p>
            <a:pPr algn="r"/>
            <a:r>
              <a:rPr lang="en-ZA" sz="1400" b="1" dirty="0">
                <a:solidFill>
                  <a:srgbClr val="FF0000"/>
                </a:solidFill>
              </a:rPr>
              <a:t>Level 1 fields – submission manager (Grants)</a:t>
            </a:r>
          </a:p>
        </p:txBody>
      </p:sp>
      <p:sp>
        <p:nvSpPr>
          <p:cNvPr id="31" name="TextBox 30">
            <a:extLst>
              <a:ext uri="{FF2B5EF4-FFF2-40B4-BE49-F238E27FC236}">
                <a16:creationId xmlns:a16="http://schemas.microsoft.com/office/drawing/2014/main" id="{9582C7A8-A54A-9302-59FF-F99CA2AA4A10}"/>
              </a:ext>
            </a:extLst>
          </p:cNvPr>
          <p:cNvSpPr txBox="1"/>
          <p:nvPr/>
        </p:nvSpPr>
        <p:spPr>
          <a:xfrm>
            <a:off x="716147" y="1948000"/>
            <a:ext cx="1141228" cy="4616648"/>
          </a:xfrm>
          <a:prstGeom prst="rect">
            <a:avLst/>
          </a:prstGeom>
          <a:noFill/>
          <a:ln w="28575">
            <a:solidFill>
              <a:srgbClr val="FF0000"/>
            </a:solidFill>
          </a:ln>
        </p:spPr>
        <p:txBody>
          <a:bodyPr wrap="square" rtlCol="0">
            <a:spAutoFit/>
          </a:bodyPr>
          <a:lstStyle/>
          <a:p>
            <a:endParaRPr lang="en-ZA" sz="1400" b="1" dirty="0">
              <a:solidFill>
                <a:srgbClr val="FF0000"/>
              </a:solidFill>
            </a:endParaRPr>
          </a:p>
          <a:p>
            <a:endParaRPr lang="en-ZA" sz="1400" b="1" dirty="0">
              <a:solidFill>
                <a:srgbClr val="FF0000"/>
              </a:solidFill>
            </a:endParaRPr>
          </a:p>
          <a:p>
            <a:endParaRPr lang="en-ZA" sz="1400" b="1" dirty="0">
              <a:solidFill>
                <a:srgbClr val="FF0000"/>
              </a:solidFill>
            </a:endParaRPr>
          </a:p>
          <a:p>
            <a:endParaRPr lang="en-ZA" sz="1400" b="1" dirty="0">
              <a:solidFill>
                <a:srgbClr val="FF0000"/>
              </a:solidFill>
            </a:endParaRPr>
          </a:p>
          <a:p>
            <a:endParaRPr lang="en-ZA" sz="1400" b="1" dirty="0">
              <a:solidFill>
                <a:srgbClr val="FF0000"/>
              </a:solidFill>
            </a:endParaRPr>
          </a:p>
          <a:p>
            <a:endParaRPr lang="en-ZA" sz="1400" b="1" dirty="0">
              <a:solidFill>
                <a:srgbClr val="FF0000"/>
              </a:solidFill>
            </a:endParaRPr>
          </a:p>
          <a:p>
            <a:endParaRPr lang="en-ZA" sz="1400" b="1" dirty="0">
              <a:solidFill>
                <a:srgbClr val="FF0000"/>
              </a:solidFill>
            </a:endParaRPr>
          </a:p>
          <a:p>
            <a:endParaRPr lang="en-ZA" sz="1400" b="1" dirty="0">
              <a:solidFill>
                <a:srgbClr val="FF0000"/>
              </a:solidFill>
            </a:endParaRPr>
          </a:p>
          <a:p>
            <a:endParaRPr lang="en-ZA" sz="1400" b="1" dirty="0">
              <a:solidFill>
                <a:srgbClr val="FF0000"/>
              </a:solidFill>
            </a:endParaRPr>
          </a:p>
          <a:p>
            <a:endParaRPr lang="en-ZA" sz="1400" b="1" dirty="0">
              <a:solidFill>
                <a:srgbClr val="FF0000"/>
              </a:solidFill>
            </a:endParaRPr>
          </a:p>
          <a:p>
            <a:endParaRPr lang="en-ZA" sz="1400" b="1" dirty="0">
              <a:solidFill>
                <a:srgbClr val="FF0000"/>
              </a:solidFill>
            </a:endParaRPr>
          </a:p>
          <a:p>
            <a:endParaRPr lang="en-ZA" sz="1400" b="1" dirty="0">
              <a:solidFill>
                <a:srgbClr val="FF0000"/>
              </a:solidFill>
            </a:endParaRPr>
          </a:p>
          <a:p>
            <a:endParaRPr lang="en-ZA" sz="1400" b="1" dirty="0">
              <a:solidFill>
                <a:srgbClr val="FF0000"/>
              </a:solidFill>
            </a:endParaRPr>
          </a:p>
          <a:p>
            <a:endParaRPr lang="en-ZA" sz="1400" b="1" dirty="0">
              <a:solidFill>
                <a:srgbClr val="FF0000"/>
              </a:solidFill>
            </a:endParaRPr>
          </a:p>
          <a:p>
            <a:endParaRPr lang="en-ZA" sz="1400" b="1" dirty="0">
              <a:solidFill>
                <a:srgbClr val="FF0000"/>
              </a:solidFill>
            </a:endParaRPr>
          </a:p>
          <a:p>
            <a:r>
              <a:rPr lang="en-ZA" sz="1400" b="1" dirty="0">
                <a:solidFill>
                  <a:srgbClr val="FF0000"/>
                </a:solidFill>
              </a:rPr>
              <a:t>Level 2 fields – submission manager (Activities)</a:t>
            </a:r>
          </a:p>
          <a:p>
            <a:endParaRPr lang="en-ZA" sz="1400" b="1" dirty="0">
              <a:solidFill>
                <a:srgbClr val="FF0000"/>
              </a:solidFill>
            </a:endParaRPr>
          </a:p>
        </p:txBody>
      </p:sp>
    </p:spTree>
    <p:extLst>
      <p:ext uri="{BB962C8B-B14F-4D97-AF65-F5344CB8AC3E}">
        <p14:creationId xmlns:p14="http://schemas.microsoft.com/office/powerpoint/2010/main" val="1869622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1618F9-4D1A-2706-2C27-AD8FFA3C5A29}"/>
              </a:ext>
            </a:extLst>
          </p:cNvPr>
          <p:cNvSpPr>
            <a:spLocks noGrp="1"/>
          </p:cNvSpPr>
          <p:nvPr>
            <p:ph idx="1"/>
          </p:nvPr>
        </p:nvSpPr>
        <p:spPr>
          <a:xfrm>
            <a:off x="684001" y="2066926"/>
            <a:ext cx="3125999" cy="4133850"/>
          </a:xfrm>
        </p:spPr>
        <p:txBody>
          <a:bodyPr>
            <a:normAutofit fontScale="77500" lnSpcReduction="20000"/>
          </a:bodyPr>
          <a:lstStyle/>
          <a:p>
            <a:pPr marL="0" indent="0">
              <a:buNone/>
            </a:pPr>
            <a:r>
              <a:rPr lang="en-ZA" dirty="0"/>
              <a:t>Applicants to provide the below:</a:t>
            </a:r>
          </a:p>
          <a:p>
            <a:pPr marL="342900" indent="-342900">
              <a:buAutoNum type="arabicPeriod"/>
            </a:pPr>
            <a:r>
              <a:rPr lang="en-ZA" dirty="0"/>
              <a:t>Level of funding (Masters, PhD, Postdoc or Sabbatical). </a:t>
            </a:r>
          </a:p>
          <a:p>
            <a:pPr marL="342900" indent="-342900">
              <a:buAutoNum type="arabicPeriod"/>
            </a:pPr>
            <a:r>
              <a:rPr lang="en-ZA" dirty="0"/>
              <a:t>Local (SA) or international programme </a:t>
            </a:r>
          </a:p>
          <a:p>
            <a:pPr marL="342900" indent="-342900">
              <a:buAutoNum type="arabicPeriod"/>
            </a:pPr>
            <a:r>
              <a:rPr lang="en-ZA" dirty="0"/>
              <a:t>Faculty </a:t>
            </a:r>
          </a:p>
          <a:p>
            <a:pPr marL="0" indent="0">
              <a:buNone/>
            </a:pPr>
            <a:r>
              <a:rPr lang="en-ZA" dirty="0"/>
              <a:t>These 3 choices affect various questions (via dynamic fields) later on in the application</a:t>
            </a:r>
          </a:p>
          <a:p>
            <a:pPr marL="0" indent="0">
              <a:buNone/>
            </a:pPr>
            <a:r>
              <a:rPr lang="en-ZA" b="1" dirty="0"/>
              <a:t>Choice of study table</a:t>
            </a:r>
          </a:p>
          <a:p>
            <a:pPr marL="0" indent="0">
              <a:buNone/>
            </a:pPr>
            <a:r>
              <a:rPr lang="en-ZA" dirty="0"/>
              <a:t>Here, applicants provide detail on:</a:t>
            </a:r>
          </a:p>
          <a:p>
            <a:pPr marL="342900" indent="-342900">
              <a:buAutoNum type="arabicPeriod"/>
            </a:pPr>
            <a:r>
              <a:rPr lang="en-ZA" dirty="0"/>
              <a:t>Study choice, including start date, duration, topic</a:t>
            </a:r>
          </a:p>
          <a:p>
            <a:pPr marL="342900" indent="-342900">
              <a:buAutoNum type="arabicPeriod"/>
            </a:pPr>
            <a:r>
              <a:rPr lang="en-ZA" dirty="0"/>
              <a:t>Intended study: some text fields where students provide detail on their topic, methodology and approach. These fields are reviewed by OMT before going to external reviewers</a:t>
            </a:r>
          </a:p>
          <a:p>
            <a:pPr marL="342900" indent="-342900">
              <a:buAutoNum type="arabicPeriod"/>
            </a:pPr>
            <a:r>
              <a:rPr lang="en-ZA" dirty="0"/>
              <a:t>Budget: dynamic fields for years, currency etc</a:t>
            </a:r>
          </a:p>
          <a:p>
            <a:pPr marL="0" indent="0">
              <a:buNone/>
            </a:pPr>
            <a:endParaRPr lang="en-ZA" dirty="0"/>
          </a:p>
          <a:p>
            <a:endParaRPr lang="en-ZA" dirty="0"/>
          </a:p>
        </p:txBody>
      </p:sp>
      <p:sp>
        <p:nvSpPr>
          <p:cNvPr id="3" name="Slide Number Placeholder 2">
            <a:extLst>
              <a:ext uri="{FF2B5EF4-FFF2-40B4-BE49-F238E27FC236}">
                <a16:creationId xmlns:a16="http://schemas.microsoft.com/office/drawing/2014/main" id="{A5A6D92C-D68A-A672-6D81-9CFAAF0BF8EF}"/>
              </a:ext>
            </a:extLst>
          </p:cNvPr>
          <p:cNvSpPr>
            <a:spLocks noGrp="1"/>
          </p:cNvSpPr>
          <p:nvPr>
            <p:ph type="sldNum" sz="quarter" idx="4"/>
          </p:nvPr>
        </p:nvSpPr>
        <p:spPr/>
        <p:txBody>
          <a:bodyPr/>
          <a:lstStyle/>
          <a:p>
            <a:fld id="{303BB4E7-ECF0-48C2-8E8B-35EF4BB93775}" type="slidenum">
              <a:rPr lang="en-ZA" smtClean="0"/>
              <a:pPr/>
              <a:t>6</a:t>
            </a:fld>
            <a:endParaRPr lang="en-ZA" dirty="0"/>
          </a:p>
        </p:txBody>
      </p:sp>
      <p:sp>
        <p:nvSpPr>
          <p:cNvPr id="4" name="Content Placeholder 3">
            <a:extLst>
              <a:ext uri="{FF2B5EF4-FFF2-40B4-BE49-F238E27FC236}">
                <a16:creationId xmlns:a16="http://schemas.microsoft.com/office/drawing/2014/main" id="{553165EB-98A7-956E-6DC4-B8E83FE27D11}"/>
              </a:ext>
            </a:extLst>
          </p:cNvPr>
          <p:cNvSpPr>
            <a:spLocks noGrp="1"/>
          </p:cNvSpPr>
          <p:nvPr>
            <p:ph idx="10"/>
          </p:nvPr>
        </p:nvSpPr>
        <p:spPr/>
        <p:txBody>
          <a:bodyPr>
            <a:normAutofit lnSpcReduction="10000"/>
          </a:bodyPr>
          <a:lstStyle/>
          <a:p>
            <a:r>
              <a:rPr lang="en-ZA" dirty="0"/>
              <a:t>The </a:t>
            </a:r>
            <a:r>
              <a:rPr lang="en-ZA" dirty="0" err="1"/>
              <a:t>SmartSimple</a:t>
            </a:r>
            <a:r>
              <a:rPr lang="en-ZA" dirty="0"/>
              <a:t> portal has the following 5 sections that are filled in by the applicant. Any field that is on the “home” page is a </a:t>
            </a:r>
            <a:r>
              <a:rPr lang="en-ZA" b="1" dirty="0"/>
              <a:t>level 1 field </a:t>
            </a:r>
            <a:r>
              <a:rPr lang="en-ZA" dirty="0"/>
              <a:t>and can be pulled into a report in the submission manager (Grant) filter. The sections on the left hand side are called activities and are </a:t>
            </a:r>
            <a:r>
              <a:rPr lang="en-ZA" b="1" dirty="0"/>
              <a:t>level 2 fields</a:t>
            </a:r>
            <a:r>
              <a:rPr lang="en-ZA" dirty="0"/>
              <a:t>. These fields can be pulled into a report in the submission manager (Activities) filter. </a:t>
            </a:r>
          </a:p>
        </p:txBody>
      </p:sp>
      <p:sp>
        <p:nvSpPr>
          <p:cNvPr id="5" name="Content Placeholder 4">
            <a:extLst>
              <a:ext uri="{FF2B5EF4-FFF2-40B4-BE49-F238E27FC236}">
                <a16:creationId xmlns:a16="http://schemas.microsoft.com/office/drawing/2014/main" id="{FF6A69FF-7501-8B8D-787B-C65DA53B8AB7}"/>
              </a:ext>
            </a:extLst>
          </p:cNvPr>
          <p:cNvSpPr>
            <a:spLocks noGrp="1"/>
          </p:cNvSpPr>
          <p:nvPr>
            <p:ph idx="11"/>
          </p:nvPr>
        </p:nvSpPr>
        <p:spPr/>
        <p:txBody>
          <a:bodyPr/>
          <a:lstStyle/>
          <a:p>
            <a:endParaRPr lang="en-ZA"/>
          </a:p>
        </p:txBody>
      </p:sp>
      <p:sp>
        <p:nvSpPr>
          <p:cNvPr id="6" name="Text Placeholder 5">
            <a:extLst>
              <a:ext uri="{FF2B5EF4-FFF2-40B4-BE49-F238E27FC236}">
                <a16:creationId xmlns:a16="http://schemas.microsoft.com/office/drawing/2014/main" id="{11814BB0-62E9-2F01-F20A-0733E705902C}"/>
              </a:ext>
            </a:extLst>
          </p:cNvPr>
          <p:cNvSpPr>
            <a:spLocks noGrp="1"/>
          </p:cNvSpPr>
          <p:nvPr>
            <p:ph type="body" sz="quarter" idx="13"/>
          </p:nvPr>
        </p:nvSpPr>
        <p:spPr>
          <a:xfrm>
            <a:off x="684000" y="1626178"/>
            <a:ext cx="3125999" cy="360000"/>
          </a:xfrm>
        </p:spPr>
        <p:txBody>
          <a:bodyPr/>
          <a:lstStyle/>
          <a:p>
            <a:r>
              <a:rPr lang="en-ZA" dirty="0"/>
              <a:t>application</a:t>
            </a:r>
          </a:p>
        </p:txBody>
      </p:sp>
      <p:sp>
        <p:nvSpPr>
          <p:cNvPr id="7" name="Text Placeholder 6">
            <a:extLst>
              <a:ext uri="{FF2B5EF4-FFF2-40B4-BE49-F238E27FC236}">
                <a16:creationId xmlns:a16="http://schemas.microsoft.com/office/drawing/2014/main" id="{77E1B224-76B1-2C6A-2B10-61AF03060267}"/>
              </a:ext>
            </a:extLst>
          </p:cNvPr>
          <p:cNvSpPr>
            <a:spLocks noGrp="1"/>
          </p:cNvSpPr>
          <p:nvPr>
            <p:ph type="body" sz="quarter" idx="14"/>
          </p:nvPr>
        </p:nvSpPr>
        <p:spPr>
          <a:xfrm>
            <a:off x="5454967" y="1626178"/>
            <a:ext cx="1947763" cy="360000"/>
          </a:xfrm>
        </p:spPr>
        <p:txBody>
          <a:bodyPr>
            <a:normAutofit/>
          </a:bodyPr>
          <a:lstStyle/>
          <a:p>
            <a:r>
              <a:rPr lang="en-ZA" dirty="0"/>
              <a:t>Personal info</a:t>
            </a:r>
          </a:p>
        </p:txBody>
      </p:sp>
      <p:sp>
        <p:nvSpPr>
          <p:cNvPr id="8" name="Content Placeholder 7">
            <a:extLst>
              <a:ext uri="{FF2B5EF4-FFF2-40B4-BE49-F238E27FC236}">
                <a16:creationId xmlns:a16="http://schemas.microsoft.com/office/drawing/2014/main" id="{4F4A12B9-CA70-B676-2335-E4A955F5D569}"/>
              </a:ext>
            </a:extLst>
          </p:cNvPr>
          <p:cNvSpPr>
            <a:spLocks noGrp="1"/>
          </p:cNvSpPr>
          <p:nvPr>
            <p:ph idx="15"/>
          </p:nvPr>
        </p:nvSpPr>
        <p:spPr>
          <a:xfrm>
            <a:off x="5454967" y="2067578"/>
            <a:ext cx="1947763" cy="4133851"/>
          </a:xfrm>
        </p:spPr>
        <p:txBody>
          <a:bodyPr>
            <a:normAutofit/>
          </a:bodyPr>
          <a:lstStyle/>
          <a:p>
            <a:r>
              <a:rPr lang="en-ZA" sz="1100" dirty="0"/>
              <a:t>Personal and demographic information including race, gender, nationality etc </a:t>
            </a:r>
          </a:p>
          <a:p>
            <a:r>
              <a:rPr lang="en-ZA" sz="1100" b="1" dirty="0"/>
              <a:t>Uploads </a:t>
            </a:r>
            <a:r>
              <a:rPr lang="en-ZA" sz="1100" dirty="0"/>
              <a:t>for:</a:t>
            </a:r>
          </a:p>
          <a:p>
            <a:pPr lvl="1"/>
            <a:r>
              <a:rPr lang="en-ZA" sz="1100" dirty="0"/>
              <a:t>CV</a:t>
            </a:r>
          </a:p>
          <a:p>
            <a:pPr lvl="1"/>
            <a:r>
              <a:rPr lang="en-ZA" sz="1100" dirty="0"/>
              <a:t>Photo</a:t>
            </a:r>
          </a:p>
          <a:p>
            <a:pPr lvl="1"/>
            <a:r>
              <a:rPr lang="en-ZA" sz="1100" dirty="0"/>
              <a:t>Passport / ID</a:t>
            </a:r>
          </a:p>
          <a:p>
            <a:pPr lvl="1"/>
            <a:r>
              <a:rPr lang="en-ZA" sz="1100" dirty="0"/>
              <a:t>Publication history (sabbatical)</a:t>
            </a:r>
          </a:p>
          <a:p>
            <a:pPr lvl="1"/>
            <a:r>
              <a:rPr lang="en-ZA" sz="1100" dirty="0"/>
              <a:t>NRF rating and research metrics (sabbatical)</a:t>
            </a:r>
          </a:p>
        </p:txBody>
      </p:sp>
      <p:sp>
        <p:nvSpPr>
          <p:cNvPr id="9" name="Content Placeholder 8">
            <a:extLst>
              <a:ext uri="{FF2B5EF4-FFF2-40B4-BE49-F238E27FC236}">
                <a16:creationId xmlns:a16="http://schemas.microsoft.com/office/drawing/2014/main" id="{A6068526-11C7-1717-B790-A08DCBD1361E}"/>
              </a:ext>
            </a:extLst>
          </p:cNvPr>
          <p:cNvSpPr>
            <a:spLocks noGrp="1"/>
          </p:cNvSpPr>
          <p:nvPr>
            <p:ph idx="16"/>
          </p:nvPr>
        </p:nvSpPr>
        <p:spPr>
          <a:xfrm>
            <a:off x="3899811" y="2066925"/>
            <a:ext cx="1491339" cy="4133851"/>
          </a:xfrm>
        </p:spPr>
        <p:txBody>
          <a:bodyPr>
            <a:normAutofit/>
          </a:bodyPr>
          <a:lstStyle/>
          <a:p>
            <a:r>
              <a:rPr lang="en-ZA" sz="1100" dirty="0"/>
              <a:t>Text box field</a:t>
            </a:r>
          </a:p>
          <a:p>
            <a:r>
              <a:rPr lang="en-ZA" sz="1100" dirty="0"/>
              <a:t>This  question differs according to Masters / PhD or postdoc / sabbatical </a:t>
            </a:r>
          </a:p>
        </p:txBody>
      </p:sp>
      <p:sp>
        <p:nvSpPr>
          <p:cNvPr id="10" name="Text Placeholder 9">
            <a:extLst>
              <a:ext uri="{FF2B5EF4-FFF2-40B4-BE49-F238E27FC236}">
                <a16:creationId xmlns:a16="http://schemas.microsoft.com/office/drawing/2014/main" id="{4F476360-EA0E-2EAE-521E-D66E4917C316}"/>
              </a:ext>
            </a:extLst>
          </p:cNvPr>
          <p:cNvSpPr>
            <a:spLocks noGrp="1"/>
          </p:cNvSpPr>
          <p:nvPr>
            <p:ph type="body" sz="quarter" idx="17"/>
          </p:nvPr>
        </p:nvSpPr>
        <p:spPr>
          <a:xfrm>
            <a:off x="3910330" y="1626178"/>
            <a:ext cx="1491339" cy="360000"/>
          </a:xfrm>
        </p:spPr>
        <p:txBody>
          <a:bodyPr/>
          <a:lstStyle/>
          <a:p>
            <a:r>
              <a:rPr lang="en-ZA" dirty="0"/>
              <a:t>motivation</a:t>
            </a:r>
          </a:p>
        </p:txBody>
      </p:sp>
      <p:sp>
        <p:nvSpPr>
          <p:cNvPr id="11" name="Title 10">
            <a:extLst>
              <a:ext uri="{FF2B5EF4-FFF2-40B4-BE49-F238E27FC236}">
                <a16:creationId xmlns:a16="http://schemas.microsoft.com/office/drawing/2014/main" id="{76D6D5B4-3F43-75EF-C68E-B78D3D220A76}"/>
              </a:ext>
            </a:extLst>
          </p:cNvPr>
          <p:cNvSpPr>
            <a:spLocks noGrp="1"/>
          </p:cNvSpPr>
          <p:nvPr>
            <p:ph type="title"/>
          </p:nvPr>
        </p:nvSpPr>
        <p:spPr/>
        <p:txBody>
          <a:bodyPr/>
          <a:lstStyle/>
          <a:p>
            <a:r>
              <a:rPr lang="en-ZA" dirty="0"/>
              <a:t>Navigating the application</a:t>
            </a:r>
          </a:p>
        </p:txBody>
      </p:sp>
      <p:sp>
        <p:nvSpPr>
          <p:cNvPr id="12" name="Text Placeholder 6">
            <a:extLst>
              <a:ext uri="{FF2B5EF4-FFF2-40B4-BE49-F238E27FC236}">
                <a16:creationId xmlns:a16="http://schemas.microsoft.com/office/drawing/2014/main" id="{AEF8EC03-CF72-0CD4-D32B-DB870BDD8A71}"/>
              </a:ext>
            </a:extLst>
          </p:cNvPr>
          <p:cNvSpPr txBox="1">
            <a:spLocks/>
          </p:cNvSpPr>
          <p:nvPr/>
        </p:nvSpPr>
        <p:spPr>
          <a:xfrm>
            <a:off x="7510003" y="1626178"/>
            <a:ext cx="1947763" cy="360000"/>
          </a:xfrm>
          <a:prstGeom prst="rect">
            <a:avLst/>
          </a:prstGeom>
          <a:solidFill>
            <a:schemeClr val="tx2"/>
          </a:solidFill>
          <a:ln>
            <a:noFill/>
          </a:ln>
        </p:spPr>
        <p:txBody>
          <a:bodyPr vert="horz" lIns="91440" tIns="45720" rIns="91440" bIns="45720" rtlCol="0" anchor="ctr">
            <a:normAutofit/>
          </a:bodyPr>
          <a:lstStyle>
            <a:lvl1pPr marL="0" indent="0" algn="l" defTabSz="914400" rtl="0" eaLnBrk="1" latinLnBrk="0" hangingPunct="1">
              <a:lnSpc>
                <a:spcPct val="100000"/>
              </a:lnSpc>
              <a:spcBef>
                <a:spcPts val="1000"/>
              </a:spcBef>
              <a:buClr>
                <a:schemeClr val="tx2"/>
              </a:buClr>
              <a:buSzPct val="120000"/>
              <a:buFontTx/>
              <a:buNone/>
              <a:defRPr sz="1600" b="1" kern="1200" cap="all" baseline="0">
                <a:solidFill>
                  <a:schemeClr val="bg1"/>
                </a:solidFill>
                <a:latin typeface="+mn-lt"/>
                <a:ea typeface="+mn-ea"/>
                <a:cs typeface="+mn-cs"/>
              </a:defRPr>
            </a:lvl1pPr>
            <a:lvl2pPr marL="447675" indent="-228600" algn="l" defTabSz="914400" rtl="0" eaLnBrk="1" latinLnBrk="0" hangingPunct="1">
              <a:lnSpc>
                <a:spcPct val="100000"/>
              </a:lnSpc>
              <a:spcBef>
                <a:spcPts val="500"/>
              </a:spcBef>
              <a:buClr>
                <a:schemeClr val="tx2"/>
              </a:buClr>
              <a:buFont typeface="Wingdings" panose="05000000000000000000" pitchFamily="2" charset="2"/>
              <a:buChar char="§"/>
              <a:defRPr sz="1600" kern="1200">
                <a:solidFill>
                  <a:schemeClr val="tx1"/>
                </a:solidFill>
                <a:latin typeface="+mn-lt"/>
                <a:ea typeface="+mn-ea"/>
                <a:cs typeface="+mn-cs"/>
              </a:defRPr>
            </a:lvl2pPr>
            <a:lvl3pPr marL="4445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534988" indent="-228600" algn="l" defTabSz="914400" rtl="0" eaLnBrk="1" latinLnBrk="0" hangingPunct="1">
              <a:lnSpc>
                <a:spcPct val="100000"/>
              </a:lnSpc>
              <a:spcBef>
                <a:spcPts val="500"/>
              </a:spcBef>
              <a:buClr>
                <a:schemeClr val="tx2"/>
              </a:buClr>
              <a:buFont typeface="Wingdings" panose="05000000000000000000" pitchFamily="2" charset="2"/>
              <a:buChar char="§"/>
              <a:defRPr sz="1400" kern="1200">
                <a:solidFill>
                  <a:schemeClr val="tx1"/>
                </a:solidFill>
                <a:latin typeface="+mn-lt"/>
                <a:ea typeface="+mn-ea"/>
                <a:cs typeface="+mn-cs"/>
              </a:defRPr>
            </a:lvl4pPr>
            <a:lvl5pPr marL="62547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dirty="0"/>
              <a:t>Academic hist</a:t>
            </a:r>
          </a:p>
        </p:txBody>
      </p:sp>
      <p:sp>
        <p:nvSpPr>
          <p:cNvPr id="14" name="Text Placeholder 6">
            <a:extLst>
              <a:ext uri="{FF2B5EF4-FFF2-40B4-BE49-F238E27FC236}">
                <a16:creationId xmlns:a16="http://schemas.microsoft.com/office/drawing/2014/main" id="{79E35528-2C1A-573A-6357-8F72953A5752}"/>
              </a:ext>
            </a:extLst>
          </p:cNvPr>
          <p:cNvSpPr txBox="1">
            <a:spLocks/>
          </p:cNvSpPr>
          <p:nvPr/>
        </p:nvSpPr>
        <p:spPr>
          <a:xfrm>
            <a:off x="9565039" y="1626178"/>
            <a:ext cx="1947763" cy="360000"/>
          </a:xfrm>
          <a:prstGeom prst="rect">
            <a:avLst/>
          </a:prstGeom>
          <a:solidFill>
            <a:schemeClr val="tx2"/>
          </a:solidFill>
          <a:ln>
            <a:noFill/>
          </a:ln>
        </p:spPr>
        <p:txBody>
          <a:bodyPr vert="horz" lIns="91440" tIns="45720" rIns="91440" bIns="45720" rtlCol="0" anchor="ctr">
            <a:normAutofit/>
          </a:bodyPr>
          <a:lstStyle>
            <a:lvl1pPr marL="0" indent="0" algn="l" defTabSz="914400" rtl="0" eaLnBrk="1" latinLnBrk="0" hangingPunct="1">
              <a:lnSpc>
                <a:spcPct val="100000"/>
              </a:lnSpc>
              <a:spcBef>
                <a:spcPts val="1000"/>
              </a:spcBef>
              <a:buClr>
                <a:schemeClr val="tx2"/>
              </a:buClr>
              <a:buSzPct val="120000"/>
              <a:buFontTx/>
              <a:buNone/>
              <a:defRPr sz="1600" b="1" kern="1200" cap="all" baseline="0">
                <a:solidFill>
                  <a:schemeClr val="bg1"/>
                </a:solidFill>
                <a:latin typeface="+mn-lt"/>
                <a:ea typeface="+mn-ea"/>
                <a:cs typeface="+mn-cs"/>
              </a:defRPr>
            </a:lvl1pPr>
            <a:lvl2pPr marL="447675" indent="-228600" algn="l" defTabSz="914400" rtl="0" eaLnBrk="1" latinLnBrk="0" hangingPunct="1">
              <a:lnSpc>
                <a:spcPct val="100000"/>
              </a:lnSpc>
              <a:spcBef>
                <a:spcPts val="500"/>
              </a:spcBef>
              <a:buClr>
                <a:schemeClr val="tx2"/>
              </a:buClr>
              <a:buFont typeface="Wingdings" panose="05000000000000000000" pitchFamily="2" charset="2"/>
              <a:buChar char="§"/>
              <a:defRPr sz="1600" kern="1200">
                <a:solidFill>
                  <a:schemeClr val="tx1"/>
                </a:solidFill>
                <a:latin typeface="+mn-lt"/>
                <a:ea typeface="+mn-ea"/>
                <a:cs typeface="+mn-cs"/>
              </a:defRPr>
            </a:lvl2pPr>
            <a:lvl3pPr marL="4445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534988" indent="-228600" algn="l" defTabSz="914400" rtl="0" eaLnBrk="1" latinLnBrk="0" hangingPunct="1">
              <a:lnSpc>
                <a:spcPct val="100000"/>
              </a:lnSpc>
              <a:spcBef>
                <a:spcPts val="500"/>
              </a:spcBef>
              <a:buClr>
                <a:schemeClr val="tx2"/>
              </a:buClr>
              <a:buFont typeface="Wingdings" panose="05000000000000000000" pitchFamily="2" charset="2"/>
              <a:buChar char="§"/>
              <a:defRPr sz="1400" kern="1200">
                <a:solidFill>
                  <a:schemeClr val="tx1"/>
                </a:solidFill>
                <a:latin typeface="+mn-lt"/>
                <a:ea typeface="+mn-ea"/>
                <a:cs typeface="+mn-cs"/>
              </a:defRPr>
            </a:lvl4pPr>
            <a:lvl5pPr marL="62547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dirty="0"/>
              <a:t>references</a:t>
            </a:r>
          </a:p>
        </p:txBody>
      </p:sp>
      <p:sp>
        <p:nvSpPr>
          <p:cNvPr id="15" name="Content Placeholder 7">
            <a:extLst>
              <a:ext uri="{FF2B5EF4-FFF2-40B4-BE49-F238E27FC236}">
                <a16:creationId xmlns:a16="http://schemas.microsoft.com/office/drawing/2014/main" id="{AACF38E3-6D7F-E866-FC2B-8B01CFDCEFA8}"/>
              </a:ext>
            </a:extLst>
          </p:cNvPr>
          <p:cNvSpPr txBox="1">
            <a:spLocks/>
          </p:cNvSpPr>
          <p:nvPr/>
        </p:nvSpPr>
        <p:spPr>
          <a:xfrm>
            <a:off x="9565039" y="2067578"/>
            <a:ext cx="1947763" cy="4133851"/>
          </a:xfrm>
          <a:prstGeom prst="rect">
            <a:avLst/>
          </a:prstGeom>
          <a:ln w="6350">
            <a:solidFill>
              <a:schemeClr val="tx2"/>
            </a:solidFill>
          </a:ln>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tx2"/>
              </a:buClr>
              <a:buSzPct val="120000"/>
              <a:buFont typeface="Wingdings" panose="05000000000000000000" pitchFamily="2" charset="2"/>
              <a:buChar char="§"/>
              <a:defRPr sz="1400" kern="1200">
                <a:solidFill>
                  <a:schemeClr val="tx1"/>
                </a:solidFill>
                <a:latin typeface="+mn-lt"/>
                <a:ea typeface="+mn-ea"/>
                <a:cs typeface="+mn-cs"/>
              </a:defRPr>
            </a:lvl1pPr>
            <a:lvl2pPr marL="447675" indent="-228600" algn="l" defTabSz="914400" rtl="0" eaLnBrk="1" latinLnBrk="0" hangingPunct="1">
              <a:lnSpc>
                <a:spcPct val="100000"/>
              </a:lnSpc>
              <a:spcBef>
                <a:spcPts val="500"/>
              </a:spcBef>
              <a:buClr>
                <a:schemeClr val="tx2"/>
              </a:buClr>
              <a:buFont typeface="Wingdings" panose="05000000000000000000" pitchFamily="2" charset="2"/>
              <a:buChar char="§"/>
              <a:defRPr sz="1200" kern="1200">
                <a:solidFill>
                  <a:schemeClr val="tx1"/>
                </a:solidFill>
                <a:latin typeface="+mn-lt"/>
                <a:ea typeface="+mn-ea"/>
                <a:cs typeface="+mn-cs"/>
              </a:defRPr>
            </a:lvl2pPr>
            <a:lvl3pPr marL="4445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534988" indent="-228600" algn="l" defTabSz="914400" rtl="0" eaLnBrk="1" latinLnBrk="0" hangingPunct="1">
              <a:lnSpc>
                <a:spcPct val="100000"/>
              </a:lnSpc>
              <a:spcBef>
                <a:spcPts val="500"/>
              </a:spcBef>
              <a:buClr>
                <a:schemeClr val="tx2"/>
              </a:buClr>
              <a:buFont typeface="Wingdings" panose="05000000000000000000" pitchFamily="2" charset="2"/>
              <a:buChar char="§"/>
              <a:defRPr sz="1400" kern="1200">
                <a:solidFill>
                  <a:schemeClr val="tx1"/>
                </a:solidFill>
                <a:latin typeface="+mn-lt"/>
                <a:ea typeface="+mn-ea"/>
                <a:cs typeface="+mn-cs"/>
              </a:defRPr>
            </a:lvl4pPr>
            <a:lvl5pPr marL="62547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sz="1100" dirty="0"/>
              <a:t>Applicants populate a table for 3 references</a:t>
            </a:r>
          </a:p>
          <a:p>
            <a:r>
              <a:rPr lang="en-ZA" sz="1100" dirty="0"/>
              <a:t>Once complete, the portal sends an email with a link for the reference to </a:t>
            </a:r>
            <a:r>
              <a:rPr lang="en-ZA" sz="1100" b="1" dirty="0"/>
              <a:t>upload</a:t>
            </a:r>
            <a:r>
              <a:rPr lang="en-ZA" sz="1100" dirty="0"/>
              <a:t> the letter directly </a:t>
            </a:r>
          </a:p>
          <a:p>
            <a:r>
              <a:rPr lang="en-ZA" sz="1100" dirty="0"/>
              <a:t>Progress can be seen underneath this table</a:t>
            </a:r>
          </a:p>
          <a:p>
            <a:r>
              <a:rPr lang="en-ZA" sz="1100" dirty="0"/>
              <a:t>The actual letters can be seen on the reference letter activity on the left hand panel</a:t>
            </a:r>
          </a:p>
        </p:txBody>
      </p:sp>
      <p:sp>
        <p:nvSpPr>
          <p:cNvPr id="16" name="Content Placeholder 7">
            <a:extLst>
              <a:ext uri="{FF2B5EF4-FFF2-40B4-BE49-F238E27FC236}">
                <a16:creationId xmlns:a16="http://schemas.microsoft.com/office/drawing/2014/main" id="{47CCC5B3-FE22-8C1F-7CF7-F5D5DBDD9A84}"/>
              </a:ext>
            </a:extLst>
          </p:cNvPr>
          <p:cNvSpPr txBox="1">
            <a:spLocks/>
          </p:cNvSpPr>
          <p:nvPr/>
        </p:nvSpPr>
        <p:spPr>
          <a:xfrm>
            <a:off x="7499484" y="2078316"/>
            <a:ext cx="1947763" cy="4133851"/>
          </a:xfrm>
          <a:prstGeom prst="rect">
            <a:avLst/>
          </a:prstGeom>
          <a:ln w="6350">
            <a:solidFill>
              <a:schemeClr val="tx2"/>
            </a:solidFill>
          </a:ln>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tx2"/>
              </a:buClr>
              <a:buSzPct val="120000"/>
              <a:buFont typeface="Wingdings" panose="05000000000000000000" pitchFamily="2" charset="2"/>
              <a:buChar char="§"/>
              <a:defRPr sz="1400" kern="1200">
                <a:solidFill>
                  <a:schemeClr val="tx1"/>
                </a:solidFill>
                <a:latin typeface="+mn-lt"/>
                <a:ea typeface="+mn-ea"/>
                <a:cs typeface="+mn-cs"/>
              </a:defRPr>
            </a:lvl1pPr>
            <a:lvl2pPr marL="447675" indent="-228600" algn="l" defTabSz="914400" rtl="0" eaLnBrk="1" latinLnBrk="0" hangingPunct="1">
              <a:lnSpc>
                <a:spcPct val="100000"/>
              </a:lnSpc>
              <a:spcBef>
                <a:spcPts val="500"/>
              </a:spcBef>
              <a:buClr>
                <a:schemeClr val="tx2"/>
              </a:buClr>
              <a:buFont typeface="Wingdings" panose="05000000000000000000" pitchFamily="2" charset="2"/>
              <a:buChar char="§"/>
              <a:defRPr sz="1200" kern="1200">
                <a:solidFill>
                  <a:schemeClr val="tx1"/>
                </a:solidFill>
                <a:latin typeface="+mn-lt"/>
                <a:ea typeface="+mn-ea"/>
                <a:cs typeface="+mn-cs"/>
              </a:defRPr>
            </a:lvl2pPr>
            <a:lvl3pPr marL="4445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534988" indent="-228600" algn="l" defTabSz="914400" rtl="0" eaLnBrk="1" latinLnBrk="0" hangingPunct="1">
              <a:lnSpc>
                <a:spcPct val="100000"/>
              </a:lnSpc>
              <a:spcBef>
                <a:spcPts val="500"/>
              </a:spcBef>
              <a:buClr>
                <a:schemeClr val="tx2"/>
              </a:buClr>
              <a:buFont typeface="Wingdings" panose="05000000000000000000" pitchFamily="2" charset="2"/>
              <a:buChar char="§"/>
              <a:defRPr sz="1400" kern="1200">
                <a:solidFill>
                  <a:schemeClr val="tx1"/>
                </a:solidFill>
                <a:latin typeface="+mn-lt"/>
                <a:ea typeface="+mn-ea"/>
                <a:cs typeface="+mn-cs"/>
              </a:defRPr>
            </a:lvl4pPr>
            <a:lvl5pPr marL="62547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sz="1100" dirty="0"/>
              <a:t>Applicants fill out the table for academic history </a:t>
            </a:r>
          </a:p>
          <a:p>
            <a:r>
              <a:rPr lang="en-ZA" sz="1100" b="1" dirty="0"/>
              <a:t>Uploads </a:t>
            </a:r>
            <a:r>
              <a:rPr lang="en-ZA" sz="1100" dirty="0"/>
              <a:t>for:</a:t>
            </a:r>
          </a:p>
          <a:p>
            <a:pPr lvl="1"/>
            <a:r>
              <a:rPr lang="en-ZA" sz="1100" dirty="0"/>
              <a:t>Academic transcripts </a:t>
            </a:r>
          </a:p>
          <a:p>
            <a:pPr lvl="1"/>
            <a:r>
              <a:rPr lang="en-ZA" sz="1100" dirty="0"/>
              <a:t>Degree certificates </a:t>
            </a:r>
          </a:p>
          <a:p>
            <a:r>
              <a:rPr lang="en-ZA" sz="1100" dirty="0"/>
              <a:t>There is a field for accolades too (textbox)</a:t>
            </a:r>
          </a:p>
          <a:p>
            <a:r>
              <a:rPr lang="en-ZA" sz="1100" dirty="0"/>
              <a:t>This section is optional for sabbaticals</a:t>
            </a:r>
          </a:p>
        </p:txBody>
      </p:sp>
    </p:spTree>
    <p:extLst>
      <p:ext uri="{BB962C8B-B14F-4D97-AF65-F5344CB8AC3E}">
        <p14:creationId xmlns:p14="http://schemas.microsoft.com/office/powerpoint/2010/main" val="2922109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5E950-EF5D-DF48-721E-3518C50A7174}"/>
              </a:ext>
            </a:extLst>
          </p:cNvPr>
          <p:cNvSpPr>
            <a:spLocks noGrp="1"/>
          </p:cNvSpPr>
          <p:nvPr>
            <p:ph type="title"/>
          </p:nvPr>
        </p:nvSpPr>
        <p:spPr/>
        <p:txBody>
          <a:bodyPr/>
          <a:lstStyle/>
          <a:p>
            <a:r>
              <a:rPr lang="en-ZA" dirty="0"/>
              <a:t>Working with a specific cohort	</a:t>
            </a:r>
          </a:p>
        </p:txBody>
      </p:sp>
      <p:sp>
        <p:nvSpPr>
          <p:cNvPr id="3" name="Content Placeholder 2">
            <a:extLst>
              <a:ext uri="{FF2B5EF4-FFF2-40B4-BE49-F238E27FC236}">
                <a16:creationId xmlns:a16="http://schemas.microsoft.com/office/drawing/2014/main" id="{539F4878-A357-2DBF-B3F4-B25BA86E0763}"/>
              </a:ext>
            </a:extLst>
          </p:cNvPr>
          <p:cNvSpPr>
            <a:spLocks noGrp="1"/>
          </p:cNvSpPr>
          <p:nvPr>
            <p:ph idx="1"/>
          </p:nvPr>
        </p:nvSpPr>
        <p:spPr>
          <a:xfrm>
            <a:off x="684000" y="710367"/>
            <a:ext cx="10823788" cy="5168962"/>
          </a:xfrm>
        </p:spPr>
        <p:txBody>
          <a:bodyPr>
            <a:normAutofit/>
          </a:bodyPr>
          <a:lstStyle/>
          <a:p>
            <a:r>
              <a:rPr lang="en-ZA" sz="1200" dirty="0"/>
              <a:t>As the </a:t>
            </a:r>
            <a:r>
              <a:rPr lang="en-ZA" sz="1200" dirty="0" err="1"/>
              <a:t>SmartSimple</a:t>
            </a:r>
            <a:r>
              <a:rPr lang="en-ZA" sz="1200" dirty="0"/>
              <a:t> portal houses all information across programmes and calls, I usually export the relevant cohort data into excel as follows:</a:t>
            </a:r>
          </a:p>
          <a:p>
            <a:r>
              <a:rPr lang="en-ZA" sz="1200" dirty="0"/>
              <a:t>On the submission manager tab (Grants), select the </a:t>
            </a:r>
            <a:r>
              <a:rPr lang="en-ZA" sz="1200" b="1" dirty="0"/>
              <a:t>Bailey filter </a:t>
            </a:r>
            <a:r>
              <a:rPr lang="en-ZA" sz="1200" dirty="0"/>
              <a:t>and ensure the </a:t>
            </a:r>
            <a:r>
              <a:rPr lang="en-ZA" sz="1200" b="1" dirty="0"/>
              <a:t>Type is set to Higher Education Awards only</a:t>
            </a:r>
          </a:p>
          <a:p>
            <a:r>
              <a:rPr lang="en-ZA" sz="1200" dirty="0"/>
              <a:t>Export to excel. </a:t>
            </a:r>
            <a:r>
              <a:rPr lang="en-ZA" sz="1200" b="1" dirty="0"/>
              <a:t>The Application ID </a:t>
            </a:r>
            <a:r>
              <a:rPr lang="en-ZA" sz="1200" dirty="0"/>
              <a:t>is the unique identifier that you will use for the other exports. The </a:t>
            </a:r>
            <a:r>
              <a:rPr lang="en-ZA" sz="1200" b="1" dirty="0"/>
              <a:t>Feedback Date </a:t>
            </a:r>
            <a:r>
              <a:rPr lang="en-ZA" sz="1200" dirty="0"/>
              <a:t>is relevant for a specific cohort, so remove all other cohorts accordingly. </a:t>
            </a:r>
          </a:p>
        </p:txBody>
      </p:sp>
      <p:sp>
        <p:nvSpPr>
          <p:cNvPr id="4" name="Slide Number Placeholder 3">
            <a:extLst>
              <a:ext uri="{FF2B5EF4-FFF2-40B4-BE49-F238E27FC236}">
                <a16:creationId xmlns:a16="http://schemas.microsoft.com/office/drawing/2014/main" id="{7CBB2D1C-A3E8-C21C-D6E8-E55616A97493}"/>
              </a:ext>
            </a:extLst>
          </p:cNvPr>
          <p:cNvSpPr>
            <a:spLocks noGrp="1"/>
          </p:cNvSpPr>
          <p:nvPr>
            <p:ph type="sldNum" sz="quarter" idx="4"/>
          </p:nvPr>
        </p:nvSpPr>
        <p:spPr/>
        <p:txBody>
          <a:bodyPr/>
          <a:lstStyle/>
          <a:p>
            <a:fld id="{303BB4E7-ECF0-48C2-8E8B-35EF4BB93775}" type="slidenum">
              <a:rPr lang="en-ZA" smtClean="0"/>
              <a:pPr/>
              <a:t>7</a:t>
            </a:fld>
            <a:endParaRPr lang="en-ZA" dirty="0"/>
          </a:p>
        </p:txBody>
      </p:sp>
      <p:pic>
        <p:nvPicPr>
          <p:cNvPr id="6" name="Picture 5">
            <a:extLst>
              <a:ext uri="{FF2B5EF4-FFF2-40B4-BE49-F238E27FC236}">
                <a16:creationId xmlns:a16="http://schemas.microsoft.com/office/drawing/2014/main" id="{0E17E44D-75F4-65AD-A5BF-5256138A1C6E}"/>
              </a:ext>
            </a:extLst>
          </p:cNvPr>
          <p:cNvPicPr>
            <a:picLocks noChangeAspect="1"/>
          </p:cNvPicPr>
          <p:nvPr/>
        </p:nvPicPr>
        <p:blipFill>
          <a:blip r:embed="rId2"/>
          <a:stretch>
            <a:fillRect/>
          </a:stretch>
        </p:blipFill>
        <p:spPr>
          <a:xfrm>
            <a:off x="684000" y="1911350"/>
            <a:ext cx="8972550" cy="4632812"/>
          </a:xfrm>
          <a:prstGeom prst="rect">
            <a:avLst/>
          </a:prstGeom>
        </p:spPr>
      </p:pic>
      <p:sp>
        <p:nvSpPr>
          <p:cNvPr id="7" name="Oval 6">
            <a:extLst>
              <a:ext uri="{FF2B5EF4-FFF2-40B4-BE49-F238E27FC236}">
                <a16:creationId xmlns:a16="http://schemas.microsoft.com/office/drawing/2014/main" id="{0098716E-5936-0275-59FE-5838D589D9DA}"/>
              </a:ext>
            </a:extLst>
          </p:cNvPr>
          <p:cNvSpPr/>
          <p:nvPr/>
        </p:nvSpPr>
        <p:spPr>
          <a:xfrm>
            <a:off x="2344366" y="1908600"/>
            <a:ext cx="1031132" cy="296829"/>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Oval 7">
            <a:extLst>
              <a:ext uri="{FF2B5EF4-FFF2-40B4-BE49-F238E27FC236}">
                <a16:creationId xmlns:a16="http://schemas.microsoft.com/office/drawing/2014/main" id="{0A850EC4-D9A8-CEDA-2AF7-DB628A5AF366}"/>
              </a:ext>
            </a:extLst>
          </p:cNvPr>
          <p:cNvSpPr/>
          <p:nvPr/>
        </p:nvSpPr>
        <p:spPr>
          <a:xfrm>
            <a:off x="600075" y="2584875"/>
            <a:ext cx="638175" cy="296829"/>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Oval 8">
            <a:extLst>
              <a:ext uri="{FF2B5EF4-FFF2-40B4-BE49-F238E27FC236}">
                <a16:creationId xmlns:a16="http://schemas.microsoft.com/office/drawing/2014/main" id="{7B648B31-4E6A-064D-2586-E15C6D864EF6}"/>
              </a:ext>
            </a:extLst>
          </p:cNvPr>
          <p:cNvSpPr/>
          <p:nvPr/>
        </p:nvSpPr>
        <p:spPr>
          <a:xfrm>
            <a:off x="2163391" y="3207971"/>
            <a:ext cx="841380" cy="173753"/>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Oval 9">
            <a:extLst>
              <a:ext uri="{FF2B5EF4-FFF2-40B4-BE49-F238E27FC236}">
                <a16:creationId xmlns:a16="http://schemas.microsoft.com/office/drawing/2014/main" id="{15E0EF4C-A15D-91F8-AD6B-CB39B0ACFD29}"/>
              </a:ext>
            </a:extLst>
          </p:cNvPr>
          <p:cNvSpPr/>
          <p:nvPr/>
        </p:nvSpPr>
        <p:spPr>
          <a:xfrm>
            <a:off x="6221041" y="2957216"/>
            <a:ext cx="1808534" cy="337632"/>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2" name="Straight Arrow Connector 11">
            <a:extLst>
              <a:ext uri="{FF2B5EF4-FFF2-40B4-BE49-F238E27FC236}">
                <a16:creationId xmlns:a16="http://schemas.microsoft.com/office/drawing/2014/main" id="{2094A706-432D-DC65-532B-01F91FF2651A}"/>
              </a:ext>
            </a:extLst>
          </p:cNvPr>
          <p:cNvCxnSpPr/>
          <p:nvPr/>
        </p:nvCxnSpPr>
        <p:spPr>
          <a:xfrm flipH="1">
            <a:off x="1981200" y="2584875"/>
            <a:ext cx="602881" cy="372341"/>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4C87E6D-DD01-739A-0DD0-E705C9A46367}"/>
              </a:ext>
            </a:extLst>
          </p:cNvPr>
          <p:cNvSpPr txBox="1"/>
          <p:nvPr/>
        </p:nvSpPr>
        <p:spPr>
          <a:xfrm>
            <a:off x="2535450" y="2363957"/>
            <a:ext cx="1647825" cy="369332"/>
          </a:xfrm>
          <a:prstGeom prst="rect">
            <a:avLst/>
          </a:prstGeom>
          <a:noFill/>
        </p:spPr>
        <p:txBody>
          <a:bodyPr wrap="square" rtlCol="0">
            <a:spAutoFit/>
          </a:bodyPr>
          <a:lstStyle/>
          <a:p>
            <a:r>
              <a:rPr lang="en-ZA" dirty="0">
                <a:solidFill>
                  <a:srgbClr val="00B050"/>
                </a:solidFill>
              </a:rPr>
              <a:t>Export here</a:t>
            </a:r>
          </a:p>
        </p:txBody>
      </p:sp>
      <p:sp>
        <p:nvSpPr>
          <p:cNvPr id="14" name="Oval 13">
            <a:extLst>
              <a:ext uri="{FF2B5EF4-FFF2-40B4-BE49-F238E27FC236}">
                <a16:creationId xmlns:a16="http://schemas.microsoft.com/office/drawing/2014/main" id="{8940BB8A-5ECF-60B2-B5F6-D8CD1FECFA8F}"/>
              </a:ext>
            </a:extLst>
          </p:cNvPr>
          <p:cNvSpPr/>
          <p:nvPr/>
        </p:nvSpPr>
        <p:spPr>
          <a:xfrm>
            <a:off x="1123950" y="3381724"/>
            <a:ext cx="742950" cy="428276"/>
          </a:xfrm>
          <a:prstGeom prst="ellipse">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Oval 14">
            <a:extLst>
              <a:ext uri="{FF2B5EF4-FFF2-40B4-BE49-F238E27FC236}">
                <a16:creationId xmlns:a16="http://schemas.microsoft.com/office/drawing/2014/main" id="{10BED6F6-5870-6C1C-35A0-2FFDA645A377}"/>
              </a:ext>
            </a:extLst>
          </p:cNvPr>
          <p:cNvSpPr/>
          <p:nvPr/>
        </p:nvSpPr>
        <p:spPr>
          <a:xfrm>
            <a:off x="1830494" y="3381724"/>
            <a:ext cx="742950" cy="428276"/>
          </a:xfrm>
          <a:prstGeom prst="ellipse">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012526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78077-9138-4A6B-121D-94CFC719C525}"/>
              </a:ext>
            </a:extLst>
          </p:cNvPr>
          <p:cNvSpPr>
            <a:spLocks noGrp="1"/>
          </p:cNvSpPr>
          <p:nvPr>
            <p:ph type="title"/>
          </p:nvPr>
        </p:nvSpPr>
        <p:spPr/>
        <p:txBody>
          <a:bodyPr/>
          <a:lstStyle/>
          <a:p>
            <a:r>
              <a:rPr lang="en-ZA" dirty="0"/>
              <a:t>Internal review</a:t>
            </a:r>
          </a:p>
        </p:txBody>
      </p:sp>
      <p:sp>
        <p:nvSpPr>
          <p:cNvPr id="3" name="Text Placeholder 2">
            <a:extLst>
              <a:ext uri="{FF2B5EF4-FFF2-40B4-BE49-F238E27FC236}">
                <a16:creationId xmlns:a16="http://schemas.microsoft.com/office/drawing/2014/main" id="{0875C20A-84DD-37C1-B14A-3AF04D0E1AA4}"/>
              </a:ext>
            </a:extLst>
          </p:cNvPr>
          <p:cNvSpPr>
            <a:spLocks noGrp="1"/>
          </p:cNvSpPr>
          <p:nvPr>
            <p:ph type="body" idx="1"/>
          </p:nvPr>
        </p:nvSpPr>
        <p:spPr/>
        <p:txBody>
          <a:bodyPr/>
          <a:lstStyle/>
          <a:p>
            <a:endParaRPr lang="en-ZA"/>
          </a:p>
        </p:txBody>
      </p:sp>
    </p:spTree>
    <p:extLst>
      <p:ext uri="{BB962C8B-B14F-4D97-AF65-F5344CB8AC3E}">
        <p14:creationId xmlns:p14="http://schemas.microsoft.com/office/powerpoint/2010/main" val="2230996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3E2516-317B-2960-EB80-5E014C3A0AAC}"/>
              </a:ext>
            </a:extLst>
          </p:cNvPr>
          <p:cNvSpPr>
            <a:spLocks noGrp="1"/>
          </p:cNvSpPr>
          <p:nvPr>
            <p:ph type="sldNum" sz="quarter" idx="10"/>
          </p:nvPr>
        </p:nvSpPr>
        <p:spPr/>
        <p:txBody>
          <a:bodyPr/>
          <a:lstStyle/>
          <a:p>
            <a:fld id="{303BB4E7-ECF0-48C2-8E8B-35EF4BB93775}" type="slidenum">
              <a:rPr lang="en-ZA" smtClean="0"/>
              <a:pPr/>
              <a:t>9</a:t>
            </a:fld>
            <a:endParaRPr lang="en-ZA" dirty="0"/>
          </a:p>
        </p:txBody>
      </p:sp>
      <p:sp>
        <p:nvSpPr>
          <p:cNvPr id="3" name="Text Placeholder 2">
            <a:extLst>
              <a:ext uri="{FF2B5EF4-FFF2-40B4-BE49-F238E27FC236}">
                <a16:creationId xmlns:a16="http://schemas.microsoft.com/office/drawing/2014/main" id="{FD3E4AA9-B508-0822-077C-8FA099EA9FA1}"/>
              </a:ext>
            </a:extLst>
          </p:cNvPr>
          <p:cNvSpPr>
            <a:spLocks noGrp="1"/>
          </p:cNvSpPr>
          <p:nvPr>
            <p:ph type="body" sz="quarter" idx="13"/>
          </p:nvPr>
        </p:nvSpPr>
        <p:spPr/>
        <p:txBody>
          <a:bodyPr/>
          <a:lstStyle/>
          <a:p>
            <a:endParaRPr lang="en-ZA"/>
          </a:p>
        </p:txBody>
      </p:sp>
      <p:sp>
        <p:nvSpPr>
          <p:cNvPr id="4" name="Text Placeholder 3">
            <a:extLst>
              <a:ext uri="{FF2B5EF4-FFF2-40B4-BE49-F238E27FC236}">
                <a16:creationId xmlns:a16="http://schemas.microsoft.com/office/drawing/2014/main" id="{98DAEEA0-59BD-C30A-B16E-522691FB5B66}"/>
              </a:ext>
            </a:extLst>
          </p:cNvPr>
          <p:cNvSpPr>
            <a:spLocks noGrp="1"/>
          </p:cNvSpPr>
          <p:nvPr>
            <p:ph type="body" sz="quarter" idx="14"/>
          </p:nvPr>
        </p:nvSpPr>
        <p:spPr/>
        <p:txBody>
          <a:bodyPr/>
          <a:lstStyle/>
          <a:p>
            <a:endParaRPr lang="en-ZA"/>
          </a:p>
        </p:txBody>
      </p:sp>
      <p:sp>
        <p:nvSpPr>
          <p:cNvPr id="5" name="Text Placeholder 4">
            <a:extLst>
              <a:ext uri="{FF2B5EF4-FFF2-40B4-BE49-F238E27FC236}">
                <a16:creationId xmlns:a16="http://schemas.microsoft.com/office/drawing/2014/main" id="{E3B8E3CD-A02A-D713-1D99-A217F55DF9AB}"/>
              </a:ext>
            </a:extLst>
          </p:cNvPr>
          <p:cNvSpPr>
            <a:spLocks noGrp="1"/>
          </p:cNvSpPr>
          <p:nvPr>
            <p:ph type="body" sz="quarter" idx="12"/>
          </p:nvPr>
        </p:nvSpPr>
        <p:spPr/>
        <p:txBody>
          <a:bodyPr>
            <a:normAutofit fontScale="92500" lnSpcReduction="20000"/>
          </a:bodyPr>
          <a:lstStyle/>
          <a:p>
            <a:r>
              <a:rPr lang="en-ZA" dirty="0"/>
              <a:t>Internal review</a:t>
            </a:r>
          </a:p>
        </p:txBody>
      </p:sp>
      <p:sp>
        <p:nvSpPr>
          <p:cNvPr id="6" name="Content Placeholder 5">
            <a:extLst>
              <a:ext uri="{FF2B5EF4-FFF2-40B4-BE49-F238E27FC236}">
                <a16:creationId xmlns:a16="http://schemas.microsoft.com/office/drawing/2014/main" id="{1A4B7BB6-01EC-DBAF-D721-43F1A88CAB1B}"/>
              </a:ext>
            </a:extLst>
          </p:cNvPr>
          <p:cNvSpPr>
            <a:spLocks noGrp="1"/>
          </p:cNvSpPr>
          <p:nvPr>
            <p:ph idx="1"/>
          </p:nvPr>
        </p:nvSpPr>
        <p:spPr/>
        <p:txBody>
          <a:bodyPr/>
          <a:lstStyle/>
          <a:p>
            <a:pPr marL="285750" indent="-285750">
              <a:buFont typeface="Arial" panose="020B0604020202020204" pitchFamily="34" charset="0"/>
              <a:buChar char="•"/>
            </a:pPr>
            <a:r>
              <a:rPr lang="en-ZA" dirty="0"/>
              <a:t>Once an application is submitted by an applicant, an internal review activity is generated on the left hand panel </a:t>
            </a:r>
          </a:p>
          <a:p>
            <a:pPr marL="285750" indent="-285750">
              <a:buFont typeface="Arial" panose="020B0604020202020204" pitchFamily="34" charset="0"/>
              <a:buChar char="•"/>
            </a:pPr>
            <a:r>
              <a:rPr lang="en-ZA" dirty="0"/>
              <a:t>OMT staff manually complete this assessment which contains eligibility, as well as completeness &amp; accuracy questions </a:t>
            </a:r>
          </a:p>
          <a:p>
            <a:pPr marL="285750" indent="-285750">
              <a:buFont typeface="Arial" panose="020B0604020202020204" pitchFamily="34" charset="0"/>
              <a:buChar char="•"/>
            </a:pPr>
            <a:r>
              <a:rPr lang="en-ZA" dirty="0"/>
              <a:t>If an application is not eligible, the internal review will reflect this and the application can be moved to “not eligible” status </a:t>
            </a:r>
          </a:p>
          <a:p>
            <a:pPr marL="285750" indent="-285750">
              <a:buFont typeface="Arial" panose="020B0604020202020204" pitchFamily="34" charset="0"/>
              <a:buChar char="•"/>
            </a:pPr>
            <a:r>
              <a:rPr lang="en-ZA" dirty="0"/>
              <a:t>If an application is missing information, OMT staff will reopen the application, using the </a:t>
            </a:r>
            <a:r>
              <a:rPr lang="en-ZA" b="1" dirty="0"/>
              <a:t>revisions requested </a:t>
            </a:r>
            <a:r>
              <a:rPr lang="en-ZA" dirty="0"/>
              <a:t>function. The application will be sent back to the candidate for them add the missing info. </a:t>
            </a:r>
          </a:p>
          <a:p>
            <a:pPr marL="285750" indent="-285750">
              <a:buFont typeface="Arial" panose="020B0604020202020204" pitchFamily="34" charset="0"/>
              <a:buChar char="•"/>
            </a:pPr>
            <a:r>
              <a:rPr lang="en-ZA" dirty="0"/>
              <a:t>Once the application is submitted again, a new internal review activity will appear.</a:t>
            </a:r>
          </a:p>
          <a:p>
            <a:pPr marL="285750" indent="-285750">
              <a:buFont typeface="Arial" panose="020B0604020202020204" pitchFamily="34" charset="0"/>
              <a:buChar char="•"/>
            </a:pPr>
            <a:r>
              <a:rPr lang="en-ZA" dirty="0"/>
              <a:t>This activity must be completed to move to the next status – either under review or not eligible. (only 1 needs to be completed)</a:t>
            </a:r>
          </a:p>
        </p:txBody>
      </p:sp>
      <p:pic>
        <p:nvPicPr>
          <p:cNvPr id="11" name="Picture 10">
            <a:extLst>
              <a:ext uri="{FF2B5EF4-FFF2-40B4-BE49-F238E27FC236}">
                <a16:creationId xmlns:a16="http://schemas.microsoft.com/office/drawing/2014/main" id="{FAFD3FA8-E4CF-5CA4-6196-8699FE605DA4}"/>
              </a:ext>
            </a:extLst>
          </p:cNvPr>
          <p:cNvPicPr>
            <a:picLocks noChangeAspect="1"/>
          </p:cNvPicPr>
          <p:nvPr/>
        </p:nvPicPr>
        <p:blipFill>
          <a:blip r:embed="rId2"/>
          <a:stretch>
            <a:fillRect/>
          </a:stretch>
        </p:blipFill>
        <p:spPr>
          <a:xfrm>
            <a:off x="6161881" y="1171025"/>
            <a:ext cx="2904270" cy="3301901"/>
          </a:xfrm>
          <a:prstGeom prst="rect">
            <a:avLst/>
          </a:prstGeom>
        </p:spPr>
      </p:pic>
      <p:pic>
        <p:nvPicPr>
          <p:cNvPr id="9" name="Picture 8">
            <a:extLst>
              <a:ext uri="{FF2B5EF4-FFF2-40B4-BE49-F238E27FC236}">
                <a16:creationId xmlns:a16="http://schemas.microsoft.com/office/drawing/2014/main" id="{D6693D82-A4EA-F772-090C-32FEE509EE8D}"/>
              </a:ext>
            </a:extLst>
          </p:cNvPr>
          <p:cNvPicPr>
            <a:picLocks noChangeAspect="1"/>
          </p:cNvPicPr>
          <p:nvPr/>
        </p:nvPicPr>
        <p:blipFill>
          <a:blip r:embed="rId3"/>
          <a:stretch>
            <a:fillRect/>
          </a:stretch>
        </p:blipFill>
        <p:spPr>
          <a:xfrm>
            <a:off x="8294309" y="3724275"/>
            <a:ext cx="3363086" cy="2563720"/>
          </a:xfrm>
          <a:prstGeom prst="rect">
            <a:avLst/>
          </a:prstGeom>
        </p:spPr>
      </p:pic>
      <p:sp>
        <p:nvSpPr>
          <p:cNvPr id="12" name="Oval 11">
            <a:extLst>
              <a:ext uri="{FF2B5EF4-FFF2-40B4-BE49-F238E27FC236}">
                <a16:creationId xmlns:a16="http://schemas.microsoft.com/office/drawing/2014/main" id="{E645CC9A-A134-C56A-5357-263E39CEB8EC}"/>
              </a:ext>
            </a:extLst>
          </p:cNvPr>
          <p:cNvSpPr/>
          <p:nvPr/>
        </p:nvSpPr>
        <p:spPr>
          <a:xfrm>
            <a:off x="6019800" y="2466975"/>
            <a:ext cx="1057275" cy="44767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026365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84FF4-D230-4EF7-4FCF-D139C0D4209B}"/>
              </a:ext>
            </a:extLst>
          </p:cNvPr>
          <p:cNvSpPr>
            <a:spLocks noGrp="1"/>
          </p:cNvSpPr>
          <p:nvPr>
            <p:ph type="title"/>
          </p:nvPr>
        </p:nvSpPr>
        <p:spPr/>
        <p:txBody>
          <a:bodyPr/>
          <a:lstStyle/>
          <a:p>
            <a:r>
              <a:rPr lang="en-ZA" dirty="0"/>
              <a:t>eligibility</a:t>
            </a:r>
          </a:p>
        </p:txBody>
      </p:sp>
      <p:sp>
        <p:nvSpPr>
          <p:cNvPr id="3" name="Text Placeholder 2">
            <a:extLst>
              <a:ext uri="{FF2B5EF4-FFF2-40B4-BE49-F238E27FC236}">
                <a16:creationId xmlns:a16="http://schemas.microsoft.com/office/drawing/2014/main" id="{BB573556-E6A0-1542-314A-3916CA1470EF}"/>
              </a:ext>
            </a:extLst>
          </p:cNvPr>
          <p:cNvSpPr>
            <a:spLocks noGrp="1"/>
          </p:cNvSpPr>
          <p:nvPr>
            <p:ph type="body" idx="1"/>
          </p:nvPr>
        </p:nvSpPr>
        <p:spPr/>
        <p:txBody>
          <a:bodyPr/>
          <a:lstStyle/>
          <a:p>
            <a:endParaRPr lang="en-ZA"/>
          </a:p>
        </p:txBody>
      </p:sp>
    </p:spTree>
    <p:extLst>
      <p:ext uri="{BB962C8B-B14F-4D97-AF65-F5344CB8AC3E}">
        <p14:creationId xmlns:p14="http://schemas.microsoft.com/office/powerpoint/2010/main" val="493622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76E1D6-18A4-9DA7-AC7B-B76052CC06CE}"/>
              </a:ext>
            </a:extLst>
          </p:cNvPr>
          <p:cNvSpPr>
            <a:spLocks noGrp="1"/>
          </p:cNvSpPr>
          <p:nvPr>
            <p:ph idx="1"/>
          </p:nvPr>
        </p:nvSpPr>
        <p:spPr/>
        <p:txBody>
          <a:bodyPr/>
          <a:lstStyle/>
          <a:p>
            <a:r>
              <a:rPr lang="en-ZA" dirty="0"/>
              <a:t>OMT does not consider applications for Masters study where students </a:t>
            </a:r>
            <a:r>
              <a:rPr lang="en-ZA" b="1" dirty="0"/>
              <a:t>have already commenced their academic year</a:t>
            </a:r>
          </a:p>
          <a:p>
            <a:r>
              <a:rPr lang="en-ZA" dirty="0"/>
              <a:t>However, we will consider applications for the second year of study (or third for PhDs)</a:t>
            </a:r>
          </a:p>
          <a:p>
            <a:r>
              <a:rPr lang="en-ZA" dirty="0"/>
              <a:t>Therefore for timing, the </a:t>
            </a:r>
            <a:r>
              <a:rPr lang="en-ZA" b="1" dirty="0"/>
              <a:t>start date </a:t>
            </a:r>
            <a:r>
              <a:rPr lang="en-ZA" dirty="0"/>
              <a:t>field is exported</a:t>
            </a:r>
          </a:p>
          <a:p>
            <a:r>
              <a:rPr lang="en-ZA" dirty="0"/>
              <a:t>For the March call </a:t>
            </a:r>
          </a:p>
          <a:p>
            <a:pPr lvl="1"/>
            <a:r>
              <a:rPr lang="en-ZA" b="1" dirty="0"/>
              <a:t>Eligible start dates are July – December of that year</a:t>
            </a:r>
          </a:p>
          <a:p>
            <a:r>
              <a:rPr lang="en-ZA" dirty="0"/>
              <a:t>For the August/September call</a:t>
            </a:r>
          </a:p>
          <a:p>
            <a:pPr lvl="1"/>
            <a:r>
              <a:rPr lang="en-ZA" b="1" dirty="0"/>
              <a:t>Eligible start dates are January – June the following year</a:t>
            </a:r>
          </a:p>
        </p:txBody>
      </p:sp>
      <p:sp>
        <p:nvSpPr>
          <p:cNvPr id="3" name="Slide Number Placeholder 2">
            <a:extLst>
              <a:ext uri="{FF2B5EF4-FFF2-40B4-BE49-F238E27FC236}">
                <a16:creationId xmlns:a16="http://schemas.microsoft.com/office/drawing/2014/main" id="{CAAF5796-BDA9-6C86-5790-216AA4927145}"/>
              </a:ext>
            </a:extLst>
          </p:cNvPr>
          <p:cNvSpPr>
            <a:spLocks noGrp="1"/>
          </p:cNvSpPr>
          <p:nvPr>
            <p:ph type="sldNum" sz="quarter" idx="4"/>
          </p:nvPr>
        </p:nvSpPr>
        <p:spPr/>
        <p:txBody>
          <a:bodyPr/>
          <a:lstStyle/>
          <a:p>
            <a:fld id="{303BB4E7-ECF0-48C2-8E8B-35EF4BB93775}" type="slidenum">
              <a:rPr lang="en-ZA" smtClean="0"/>
              <a:pPr/>
              <a:t>11</a:t>
            </a:fld>
            <a:endParaRPr lang="en-ZA" dirty="0"/>
          </a:p>
        </p:txBody>
      </p:sp>
      <p:sp>
        <p:nvSpPr>
          <p:cNvPr id="4" name="Content Placeholder 3">
            <a:extLst>
              <a:ext uri="{FF2B5EF4-FFF2-40B4-BE49-F238E27FC236}">
                <a16:creationId xmlns:a16="http://schemas.microsoft.com/office/drawing/2014/main" id="{0BD3DDC9-AC1E-5D1F-21B0-B5F586489D10}"/>
              </a:ext>
            </a:extLst>
          </p:cNvPr>
          <p:cNvSpPr>
            <a:spLocks noGrp="1"/>
          </p:cNvSpPr>
          <p:nvPr>
            <p:ph idx="10"/>
          </p:nvPr>
        </p:nvSpPr>
        <p:spPr/>
        <p:txBody>
          <a:bodyPr>
            <a:normAutofit/>
          </a:bodyPr>
          <a:lstStyle/>
          <a:p>
            <a:r>
              <a:rPr lang="en-ZA" sz="1200" dirty="0"/>
              <a:t>We have some basic eligibility criteria that is looked at first. Applications that are not eligible will be marked as such on the internal review and the status will move to </a:t>
            </a:r>
            <a:r>
              <a:rPr lang="en-ZA" sz="1200" b="1" dirty="0"/>
              <a:t>“Not eligible” </a:t>
            </a:r>
          </a:p>
        </p:txBody>
      </p:sp>
      <p:sp>
        <p:nvSpPr>
          <p:cNvPr id="5" name="Content Placeholder 4">
            <a:extLst>
              <a:ext uri="{FF2B5EF4-FFF2-40B4-BE49-F238E27FC236}">
                <a16:creationId xmlns:a16="http://schemas.microsoft.com/office/drawing/2014/main" id="{9FA1D2B9-47E4-E95C-0A93-A44F4A98E6B0}"/>
              </a:ext>
            </a:extLst>
          </p:cNvPr>
          <p:cNvSpPr>
            <a:spLocks noGrp="1"/>
          </p:cNvSpPr>
          <p:nvPr>
            <p:ph idx="11"/>
          </p:nvPr>
        </p:nvSpPr>
        <p:spPr/>
        <p:txBody>
          <a:bodyPr/>
          <a:lstStyle/>
          <a:p>
            <a:endParaRPr lang="en-ZA"/>
          </a:p>
        </p:txBody>
      </p:sp>
      <p:sp>
        <p:nvSpPr>
          <p:cNvPr id="6" name="Text Placeholder 5">
            <a:extLst>
              <a:ext uri="{FF2B5EF4-FFF2-40B4-BE49-F238E27FC236}">
                <a16:creationId xmlns:a16="http://schemas.microsoft.com/office/drawing/2014/main" id="{F0C5FBFE-5C92-3D14-12E3-C4AFF5F7AB75}"/>
              </a:ext>
            </a:extLst>
          </p:cNvPr>
          <p:cNvSpPr>
            <a:spLocks noGrp="1"/>
          </p:cNvSpPr>
          <p:nvPr>
            <p:ph type="body" sz="quarter" idx="13"/>
          </p:nvPr>
        </p:nvSpPr>
        <p:spPr/>
        <p:txBody>
          <a:bodyPr/>
          <a:lstStyle/>
          <a:p>
            <a:r>
              <a:rPr lang="en-ZA" dirty="0"/>
              <a:t>timing</a:t>
            </a:r>
          </a:p>
        </p:txBody>
      </p:sp>
      <p:sp>
        <p:nvSpPr>
          <p:cNvPr id="7" name="Text Placeholder 6">
            <a:extLst>
              <a:ext uri="{FF2B5EF4-FFF2-40B4-BE49-F238E27FC236}">
                <a16:creationId xmlns:a16="http://schemas.microsoft.com/office/drawing/2014/main" id="{8543296A-20CA-842F-E5C8-59ABAF174515}"/>
              </a:ext>
            </a:extLst>
          </p:cNvPr>
          <p:cNvSpPr>
            <a:spLocks noGrp="1"/>
          </p:cNvSpPr>
          <p:nvPr>
            <p:ph type="body" sz="quarter" idx="14"/>
          </p:nvPr>
        </p:nvSpPr>
        <p:spPr/>
        <p:txBody>
          <a:bodyPr/>
          <a:lstStyle/>
          <a:p>
            <a:r>
              <a:rPr lang="en-ZA" dirty="0"/>
              <a:t>Commercial programmes</a:t>
            </a:r>
          </a:p>
        </p:txBody>
      </p:sp>
      <p:sp>
        <p:nvSpPr>
          <p:cNvPr id="8" name="Content Placeholder 7">
            <a:extLst>
              <a:ext uri="{FF2B5EF4-FFF2-40B4-BE49-F238E27FC236}">
                <a16:creationId xmlns:a16="http://schemas.microsoft.com/office/drawing/2014/main" id="{EF25BFB2-EEEC-778B-4716-19A7ED1ABA22}"/>
              </a:ext>
            </a:extLst>
          </p:cNvPr>
          <p:cNvSpPr>
            <a:spLocks noGrp="1"/>
          </p:cNvSpPr>
          <p:nvPr>
            <p:ph idx="15"/>
          </p:nvPr>
        </p:nvSpPr>
        <p:spPr/>
        <p:txBody>
          <a:bodyPr/>
          <a:lstStyle/>
          <a:p>
            <a:r>
              <a:rPr lang="en-ZA" dirty="0"/>
              <a:t>OMT does not fund:</a:t>
            </a:r>
          </a:p>
          <a:p>
            <a:pPr lvl="1"/>
            <a:r>
              <a:rPr lang="en-ZA" dirty="0"/>
              <a:t>MBAs</a:t>
            </a:r>
          </a:p>
          <a:p>
            <a:pPr lvl="1"/>
            <a:r>
              <a:rPr lang="en-ZA" dirty="0"/>
              <a:t>DBAs</a:t>
            </a:r>
          </a:p>
          <a:p>
            <a:pPr lvl="1"/>
            <a:r>
              <a:rPr lang="en-ZA" dirty="0"/>
              <a:t>Commerce programmes such as: finance, HR, organisational psychology, IT etc</a:t>
            </a:r>
          </a:p>
          <a:p>
            <a:pPr lvl="1"/>
            <a:r>
              <a:rPr lang="en-ZA" dirty="0"/>
              <a:t>Commercial law</a:t>
            </a:r>
          </a:p>
          <a:p>
            <a:pPr lvl="1"/>
            <a:r>
              <a:rPr lang="en-ZA" dirty="0"/>
              <a:t>Commercial/straight Engineering</a:t>
            </a:r>
          </a:p>
          <a:p>
            <a:r>
              <a:rPr lang="en-ZA" dirty="0"/>
              <a:t>This is at the discretion of Tracey/Bailey and the information can be found in the study choice table </a:t>
            </a:r>
          </a:p>
        </p:txBody>
      </p:sp>
      <p:sp>
        <p:nvSpPr>
          <p:cNvPr id="9" name="Content Placeholder 8">
            <a:extLst>
              <a:ext uri="{FF2B5EF4-FFF2-40B4-BE49-F238E27FC236}">
                <a16:creationId xmlns:a16="http://schemas.microsoft.com/office/drawing/2014/main" id="{07C27CEE-7AA2-D415-D3E9-5E497CB1E3BE}"/>
              </a:ext>
            </a:extLst>
          </p:cNvPr>
          <p:cNvSpPr>
            <a:spLocks noGrp="1"/>
          </p:cNvSpPr>
          <p:nvPr>
            <p:ph idx="16"/>
          </p:nvPr>
        </p:nvSpPr>
        <p:spPr/>
        <p:txBody>
          <a:bodyPr/>
          <a:lstStyle/>
          <a:p>
            <a:r>
              <a:rPr lang="en-ZA" dirty="0"/>
              <a:t>OMT starts funding only from the Masters level</a:t>
            </a:r>
          </a:p>
          <a:p>
            <a:r>
              <a:rPr lang="en-ZA" dirty="0"/>
              <a:t>Therefore, any undergraduate, honours, diplomas etc are not eligible </a:t>
            </a:r>
          </a:p>
          <a:p>
            <a:r>
              <a:rPr lang="en-ZA" dirty="0"/>
              <a:t>As applicants have to select the type of application from a drop down, this information is usually found in the study choice table </a:t>
            </a:r>
          </a:p>
          <a:p>
            <a:r>
              <a:rPr lang="en-ZA" b="1" dirty="0"/>
              <a:t>For Masters students: OMT funds only a student’s first Masters – therefore they must not already hold this degree</a:t>
            </a:r>
          </a:p>
        </p:txBody>
      </p:sp>
      <p:sp>
        <p:nvSpPr>
          <p:cNvPr id="10" name="Text Placeholder 9">
            <a:extLst>
              <a:ext uri="{FF2B5EF4-FFF2-40B4-BE49-F238E27FC236}">
                <a16:creationId xmlns:a16="http://schemas.microsoft.com/office/drawing/2014/main" id="{048B0590-4B28-518E-D0BE-09F05EB89647}"/>
              </a:ext>
            </a:extLst>
          </p:cNvPr>
          <p:cNvSpPr>
            <a:spLocks noGrp="1"/>
          </p:cNvSpPr>
          <p:nvPr>
            <p:ph type="body" sz="quarter" idx="17"/>
          </p:nvPr>
        </p:nvSpPr>
        <p:spPr/>
        <p:txBody>
          <a:bodyPr/>
          <a:lstStyle/>
          <a:p>
            <a:r>
              <a:rPr lang="en-ZA" dirty="0"/>
              <a:t>Type of application	</a:t>
            </a:r>
          </a:p>
        </p:txBody>
      </p:sp>
      <p:sp>
        <p:nvSpPr>
          <p:cNvPr id="11" name="Title 10">
            <a:extLst>
              <a:ext uri="{FF2B5EF4-FFF2-40B4-BE49-F238E27FC236}">
                <a16:creationId xmlns:a16="http://schemas.microsoft.com/office/drawing/2014/main" id="{B33076C7-9AE1-DAA2-29B2-D378BC264C0D}"/>
              </a:ext>
            </a:extLst>
          </p:cNvPr>
          <p:cNvSpPr>
            <a:spLocks noGrp="1"/>
          </p:cNvSpPr>
          <p:nvPr>
            <p:ph type="title"/>
          </p:nvPr>
        </p:nvSpPr>
        <p:spPr/>
        <p:txBody>
          <a:bodyPr/>
          <a:lstStyle/>
          <a:p>
            <a:r>
              <a:rPr lang="en-ZA" dirty="0"/>
              <a:t>Eligibility criteria</a:t>
            </a:r>
          </a:p>
        </p:txBody>
      </p:sp>
    </p:spTree>
    <p:extLst>
      <p:ext uri="{BB962C8B-B14F-4D97-AF65-F5344CB8AC3E}">
        <p14:creationId xmlns:p14="http://schemas.microsoft.com/office/powerpoint/2010/main" val="4084150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20B65-3136-E665-AFEB-A27C4B28FAFB}"/>
              </a:ext>
            </a:extLst>
          </p:cNvPr>
          <p:cNvSpPr>
            <a:spLocks noGrp="1"/>
          </p:cNvSpPr>
          <p:nvPr>
            <p:ph type="title"/>
          </p:nvPr>
        </p:nvSpPr>
        <p:spPr/>
        <p:txBody>
          <a:bodyPr/>
          <a:lstStyle/>
          <a:p>
            <a:r>
              <a:rPr lang="en-ZA" dirty="0"/>
              <a:t>Internal review: eligibility</a:t>
            </a:r>
          </a:p>
        </p:txBody>
      </p:sp>
      <p:sp>
        <p:nvSpPr>
          <p:cNvPr id="4" name="Slide Number Placeholder 3">
            <a:extLst>
              <a:ext uri="{FF2B5EF4-FFF2-40B4-BE49-F238E27FC236}">
                <a16:creationId xmlns:a16="http://schemas.microsoft.com/office/drawing/2014/main" id="{FAA2F03B-156F-106C-B16D-064ED8F3D682}"/>
              </a:ext>
            </a:extLst>
          </p:cNvPr>
          <p:cNvSpPr>
            <a:spLocks noGrp="1"/>
          </p:cNvSpPr>
          <p:nvPr>
            <p:ph type="sldNum" sz="quarter" idx="4"/>
          </p:nvPr>
        </p:nvSpPr>
        <p:spPr/>
        <p:txBody>
          <a:bodyPr/>
          <a:lstStyle/>
          <a:p>
            <a:fld id="{303BB4E7-ECF0-48C2-8E8B-35EF4BB93775}" type="slidenum">
              <a:rPr lang="en-ZA" smtClean="0"/>
              <a:pPr/>
              <a:t>12</a:t>
            </a:fld>
            <a:endParaRPr lang="en-ZA" dirty="0"/>
          </a:p>
        </p:txBody>
      </p:sp>
      <p:graphicFrame>
        <p:nvGraphicFramePr>
          <p:cNvPr id="5" name="Content Placeholder 4">
            <a:extLst>
              <a:ext uri="{FF2B5EF4-FFF2-40B4-BE49-F238E27FC236}">
                <a16:creationId xmlns:a16="http://schemas.microsoft.com/office/drawing/2014/main" id="{26ABB584-3BE6-44F6-A337-E6AF71EA702A}"/>
              </a:ext>
            </a:extLst>
          </p:cNvPr>
          <p:cNvGraphicFramePr>
            <a:graphicFrameLocks noGrp="1"/>
          </p:cNvGraphicFramePr>
          <p:nvPr>
            <p:ph idx="1"/>
            <p:extLst>
              <p:ext uri="{D42A27DB-BD31-4B8C-83A1-F6EECF244321}">
                <p14:modId xmlns:p14="http://schemas.microsoft.com/office/powerpoint/2010/main" val="1851512162"/>
              </p:ext>
            </p:extLst>
          </p:nvPr>
        </p:nvGraphicFramePr>
        <p:xfrm>
          <a:off x="684213" y="1008063"/>
          <a:ext cx="10823788" cy="4639364"/>
        </p:xfrm>
        <a:graphic>
          <a:graphicData uri="http://schemas.openxmlformats.org/drawingml/2006/table">
            <a:tbl>
              <a:tblPr firstRow="1" firstCol="1" bandRow="1">
                <a:tableStyleId>{69012ECD-51FC-41F1-AA8D-1B2483CD663E}</a:tableStyleId>
              </a:tblPr>
              <a:tblGrid>
                <a:gridCol w="2544975">
                  <a:extLst>
                    <a:ext uri="{9D8B030D-6E8A-4147-A177-3AD203B41FA5}">
                      <a16:colId xmlns:a16="http://schemas.microsoft.com/office/drawing/2014/main" val="2007567957"/>
                    </a:ext>
                  </a:extLst>
                </a:gridCol>
                <a:gridCol w="4583442">
                  <a:extLst>
                    <a:ext uri="{9D8B030D-6E8A-4147-A177-3AD203B41FA5}">
                      <a16:colId xmlns:a16="http://schemas.microsoft.com/office/drawing/2014/main" val="760258093"/>
                    </a:ext>
                  </a:extLst>
                </a:gridCol>
                <a:gridCol w="3695371">
                  <a:extLst>
                    <a:ext uri="{9D8B030D-6E8A-4147-A177-3AD203B41FA5}">
                      <a16:colId xmlns:a16="http://schemas.microsoft.com/office/drawing/2014/main" val="2578000301"/>
                    </a:ext>
                  </a:extLst>
                </a:gridCol>
              </a:tblGrid>
              <a:tr h="179766">
                <a:tc>
                  <a:txBody>
                    <a:bodyPr/>
                    <a:lstStyle/>
                    <a:p>
                      <a:pPr>
                        <a:lnSpc>
                          <a:spcPct val="107000"/>
                        </a:lnSpc>
                        <a:spcAft>
                          <a:spcPts val="800"/>
                        </a:spcAft>
                        <a:buNone/>
                      </a:pPr>
                      <a:r>
                        <a:rPr lang="en-ZA" sz="1000" dirty="0">
                          <a:effectLst/>
                          <a:latin typeface="Avenir Next LT Pro" panose="020B0504020202020204" pitchFamily="34" charset="0"/>
                        </a:rPr>
                        <a:t>Question</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dirty="0">
                          <a:effectLst/>
                          <a:latin typeface="Avenir Next LT Pro" panose="020B0504020202020204" pitchFamily="34" charset="0"/>
                        </a:rPr>
                        <a:t>Where to look</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dirty="0">
                          <a:effectLst/>
                          <a:latin typeface="Avenir Next LT Pro" panose="020B0504020202020204" pitchFamily="34" charset="0"/>
                        </a:rPr>
                        <a:t>Action required</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extLst>
                  <a:ext uri="{0D108BD9-81ED-4DB2-BD59-A6C34878D82A}">
                    <a16:rowId xmlns:a16="http://schemas.microsoft.com/office/drawing/2014/main" val="1240685728"/>
                  </a:ext>
                </a:extLst>
              </a:tr>
              <a:tr h="368432">
                <a:tc>
                  <a:txBody>
                    <a:bodyPr/>
                    <a:lstStyle/>
                    <a:p>
                      <a:pPr>
                        <a:lnSpc>
                          <a:spcPct val="107000"/>
                        </a:lnSpc>
                        <a:spcAft>
                          <a:spcPts val="800"/>
                        </a:spcAft>
                        <a:buNone/>
                      </a:pPr>
                      <a:r>
                        <a:rPr lang="en-ZA" sz="1000" dirty="0">
                          <a:effectLst/>
                          <a:latin typeface="Avenir Next LT Pro" panose="020B0504020202020204" pitchFamily="34" charset="0"/>
                        </a:rPr>
                        <a:t>Is the timing of the application correct? (i.e. the application is not late)</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a:effectLst/>
                          <a:latin typeface="Avenir Next LT Pro" panose="020B0504020202020204" pitchFamily="34" charset="0"/>
                        </a:rPr>
                        <a:t>Application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Choice of study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Open table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look to question “Please indicate the start date of your programme”</a:t>
                      </a:r>
                      <a:endParaRPr lang="en-ZA" sz="100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rowSpan="4">
                  <a:txBody>
                    <a:bodyPr/>
                    <a:lstStyle/>
                    <a:p>
                      <a:pPr>
                        <a:lnSpc>
                          <a:spcPct val="107000"/>
                        </a:lnSpc>
                        <a:spcAft>
                          <a:spcPts val="800"/>
                        </a:spcAft>
                        <a:buNone/>
                      </a:pPr>
                      <a:r>
                        <a:rPr lang="en-ZA" sz="1000" dirty="0">
                          <a:effectLst/>
                          <a:latin typeface="Avenir Next LT Pro" panose="020B0504020202020204" pitchFamily="34" charset="0"/>
                        </a:rPr>
                        <a:t> </a:t>
                      </a:r>
                    </a:p>
                    <a:p>
                      <a:pPr>
                        <a:lnSpc>
                          <a:spcPct val="107000"/>
                        </a:lnSpc>
                        <a:spcAft>
                          <a:spcPts val="800"/>
                        </a:spcAft>
                        <a:buNone/>
                      </a:pPr>
                      <a:r>
                        <a:rPr lang="en-ZA" sz="1000" dirty="0">
                          <a:effectLst/>
                          <a:latin typeface="Avenir Next LT Pro" panose="020B0504020202020204" pitchFamily="34" charset="0"/>
                        </a:rPr>
                        <a:t> </a:t>
                      </a:r>
                    </a:p>
                    <a:p>
                      <a:pPr>
                        <a:lnSpc>
                          <a:spcPct val="107000"/>
                        </a:lnSpc>
                        <a:spcAft>
                          <a:spcPts val="800"/>
                        </a:spcAft>
                        <a:buNone/>
                      </a:pPr>
                      <a:r>
                        <a:rPr lang="en-ZA" sz="1000" dirty="0">
                          <a:effectLst/>
                          <a:latin typeface="Avenir Next LT Pro" panose="020B0504020202020204" pitchFamily="34" charset="0"/>
                        </a:rPr>
                        <a:t> These are our basic eligibility criteria. This information can be exported to look at in a complete database (see slides that follow). </a:t>
                      </a:r>
                    </a:p>
                    <a:p>
                      <a:pPr>
                        <a:lnSpc>
                          <a:spcPct val="107000"/>
                        </a:lnSpc>
                        <a:spcAft>
                          <a:spcPts val="800"/>
                        </a:spcAft>
                        <a:buNone/>
                      </a:pPr>
                      <a:r>
                        <a:rPr lang="en-ZA" sz="1000" dirty="0">
                          <a:effectLst/>
                          <a:latin typeface="Avenir Next LT Pro" panose="020B0504020202020204" pitchFamily="34" charset="0"/>
                          <a:ea typeface="Calibri" panose="020F0502020204030204" pitchFamily="34" charset="0"/>
                          <a:cs typeface="Times New Roman" panose="02020603050405020304" pitchFamily="18" charset="0"/>
                        </a:rPr>
                        <a:t>If any of these eligibility criteria are not met, the rest of the assessment is not performed. </a:t>
                      </a:r>
                    </a:p>
                  </a:txBody>
                  <a:tcPr marL="23828" marR="23828" marT="0" marB="0">
                    <a:solidFill>
                      <a:schemeClr val="accent1">
                        <a:lumMod val="20000"/>
                        <a:lumOff val="80000"/>
                      </a:schemeClr>
                    </a:solidFill>
                  </a:tcPr>
                </a:tc>
                <a:extLst>
                  <a:ext uri="{0D108BD9-81ED-4DB2-BD59-A6C34878D82A}">
                    <a16:rowId xmlns:a16="http://schemas.microsoft.com/office/drawing/2014/main" val="3172675288"/>
                  </a:ext>
                </a:extLst>
              </a:tr>
              <a:tr h="618813">
                <a:tc>
                  <a:txBody>
                    <a:bodyPr/>
                    <a:lstStyle/>
                    <a:p>
                      <a:pPr>
                        <a:lnSpc>
                          <a:spcPct val="107000"/>
                        </a:lnSpc>
                        <a:spcAft>
                          <a:spcPts val="800"/>
                        </a:spcAft>
                        <a:buNone/>
                      </a:pPr>
                      <a:r>
                        <a:rPr lang="en-ZA" sz="1000" dirty="0">
                          <a:effectLst/>
                          <a:latin typeface="Avenir Next LT Pro" panose="020B0504020202020204" pitchFamily="34" charset="0"/>
                        </a:rPr>
                        <a:t>Is the type of application accurate? (i.e. not an honours, diploma, etc)</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a:effectLst/>
                          <a:latin typeface="Avenir Next LT Pro" panose="020B0504020202020204" pitchFamily="34" charset="0"/>
                        </a:rPr>
                        <a:t>Application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First question being “What do you need funding for?” </a:t>
                      </a:r>
                    </a:p>
                    <a:p>
                      <a:pPr>
                        <a:lnSpc>
                          <a:spcPct val="107000"/>
                        </a:lnSpc>
                        <a:spcAft>
                          <a:spcPts val="800"/>
                        </a:spcAft>
                        <a:buNone/>
                      </a:pPr>
                      <a:r>
                        <a:rPr lang="en-ZA" sz="1000">
                          <a:effectLst/>
                          <a:latin typeface="Avenir Next LT Pro" panose="020B0504020202020204" pitchFamily="34" charset="0"/>
                        </a:rPr>
                        <a:t>Corroborate by looking here: Application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Choice of study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Open table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Choice of Study</a:t>
                      </a:r>
                      <a:endParaRPr lang="en-ZA" sz="100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vMerge="1">
                  <a:txBody>
                    <a:bodyPr/>
                    <a:lstStyle/>
                    <a:p>
                      <a:endParaRPr/>
                    </a:p>
                  </a:txBody>
                  <a:tcPr marL="23828" marR="23828" marT="0" marB="0"/>
                </a:tc>
                <a:extLst>
                  <a:ext uri="{0D108BD9-81ED-4DB2-BD59-A6C34878D82A}">
                    <a16:rowId xmlns:a16="http://schemas.microsoft.com/office/drawing/2014/main" val="1521049315"/>
                  </a:ext>
                </a:extLst>
              </a:tr>
              <a:tr h="557098">
                <a:tc>
                  <a:txBody>
                    <a:bodyPr/>
                    <a:lstStyle/>
                    <a:p>
                      <a:pPr>
                        <a:lnSpc>
                          <a:spcPct val="107000"/>
                        </a:lnSpc>
                        <a:spcAft>
                          <a:spcPts val="800"/>
                        </a:spcAft>
                        <a:buNone/>
                      </a:pPr>
                      <a:r>
                        <a:rPr lang="en-ZA" sz="1000" dirty="0">
                          <a:effectLst/>
                          <a:latin typeface="Avenir Next LT Pro" panose="020B0504020202020204" pitchFamily="34" charset="0"/>
                        </a:rPr>
                        <a:t>Is the applicant studying an MBA, DBA or a programme with a narrow commercial focus?</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a:effectLst/>
                          <a:latin typeface="Avenir Next LT Pro" panose="020B0504020202020204" pitchFamily="34" charset="0"/>
                        </a:rPr>
                        <a:t>Application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Choice of study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Open table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Choice of Study</a:t>
                      </a:r>
                      <a:endParaRPr lang="en-ZA" sz="100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vMerge="1">
                  <a:txBody>
                    <a:bodyPr/>
                    <a:lstStyle/>
                    <a:p>
                      <a:endParaRPr/>
                    </a:p>
                  </a:txBody>
                  <a:tcPr marL="23828" marR="23828" marT="0" marB="0"/>
                </a:tc>
                <a:extLst>
                  <a:ext uri="{0D108BD9-81ED-4DB2-BD59-A6C34878D82A}">
                    <a16:rowId xmlns:a16="http://schemas.microsoft.com/office/drawing/2014/main" val="3214288754"/>
                  </a:ext>
                </a:extLst>
              </a:tr>
              <a:tr h="843203">
                <a:tc>
                  <a:txBody>
                    <a:bodyPr/>
                    <a:lstStyle/>
                    <a:p>
                      <a:pPr>
                        <a:lnSpc>
                          <a:spcPct val="107000"/>
                        </a:lnSpc>
                        <a:spcAft>
                          <a:spcPts val="800"/>
                        </a:spcAft>
                        <a:buNone/>
                      </a:pPr>
                      <a:r>
                        <a:rPr lang="en-ZA" sz="1000" dirty="0">
                          <a:effectLst/>
                          <a:latin typeface="Avenir Next LT Pro" panose="020B0504020202020204" pitchFamily="34" charset="0"/>
                        </a:rPr>
                        <a:t>Does the applicant already have a Masters (Masters only)</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dirty="0">
                          <a:effectLst/>
                          <a:latin typeface="Avenir Next LT Pro" panose="020B0504020202020204" pitchFamily="34" charset="0"/>
                        </a:rPr>
                        <a:t>Academic history </a:t>
                      </a:r>
                      <a:r>
                        <a:rPr lang="en-ZA" sz="1000" dirty="0">
                          <a:effectLst/>
                          <a:latin typeface="Avenir Next LT Pro" panose="020B0504020202020204" pitchFamily="34" charset="0"/>
                          <a:sym typeface="Wingdings" panose="05000000000000000000" pitchFamily="2" charset="2"/>
                        </a:rPr>
                        <a:t></a:t>
                      </a:r>
                      <a:r>
                        <a:rPr lang="en-ZA" sz="1000" dirty="0">
                          <a:effectLst/>
                          <a:latin typeface="Avenir Next LT Pro" panose="020B0504020202020204" pitchFamily="34" charset="0"/>
                        </a:rPr>
                        <a:t> check the table as well as the uploads </a:t>
                      </a:r>
                    </a:p>
                    <a:p>
                      <a:pPr>
                        <a:lnSpc>
                          <a:spcPct val="107000"/>
                        </a:lnSpc>
                        <a:spcAft>
                          <a:spcPts val="800"/>
                        </a:spcAft>
                        <a:buNone/>
                      </a:pPr>
                      <a:r>
                        <a:rPr lang="en-ZA" sz="1000" dirty="0">
                          <a:effectLst/>
                          <a:latin typeface="Avenir Next LT Pro" panose="020B0504020202020204" pitchFamily="34" charset="0"/>
                        </a:rPr>
                        <a:t>Personal information </a:t>
                      </a:r>
                      <a:r>
                        <a:rPr lang="en-ZA" sz="1000" dirty="0">
                          <a:effectLst/>
                          <a:latin typeface="Avenir Next LT Pro" panose="020B0504020202020204" pitchFamily="34" charset="0"/>
                          <a:sym typeface="Wingdings" panose="05000000000000000000" pitchFamily="2" charset="2"/>
                        </a:rPr>
                        <a:t></a:t>
                      </a:r>
                      <a:r>
                        <a:rPr lang="en-ZA" sz="1000" dirty="0">
                          <a:effectLst/>
                          <a:latin typeface="Avenir Next LT Pro" panose="020B0504020202020204" pitchFamily="34" charset="0"/>
                        </a:rPr>
                        <a:t> CV may also contain this information</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vMerge="1">
                  <a:txBody>
                    <a:bodyPr/>
                    <a:lstStyle/>
                    <a:p>
                      <a:endParaRPr dirty="0"/>
                    </a:p>
                  </a:txBody>
                  <a:tcPr marL="23828" marR="23828" marT="0" marB="0"/>
                </a:tc>
                <a:extLst>
                  <a:ext uri="{0D108BD9-81ED-4DB2-BD59-A6C34878D82A}">
                    <a16:rowId xmlns:a16="http://schemas.microsoft.com/office/drawing/2014/main" val="2234987963"/>
                  </a:ext>
                </a:extLst>
              </a:tr>
              <a:tr h="876383">
                <a:tc>
                  <a:txBody>
                    <a:bodyPr/>
                    <a:lstStyle/>
                    <a:p>
                      <a:pPr>
                        <a:lnSpc>
                          <a:spcPct val="107000"/>
                        </a:lnSpc>
                        <a:spcAft>
                          <a:spcPts val="800"/>
                        </a:spcAft>
                        <a:buNone/>
                      </a:pPr>
                      <a:r>
                        <a:rPr lang="en-ZA" sz="1000" dirty="0">
                          <a:effectLst/>
                          <a:latin typeface="Avenir Next LT Pro" panose="020B0504020202020204" pitchFamily="34" charset="0"/>
                        </a:rPr>
                        <a:t>Has the applicant entered their email address for a referee?</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dirty="0">
                          <a:effectLst/>
                          <a:latin typeface="Avenir Next LT Pro" panose="020B0504020202020204" pitchFamily="34" charset="0"/>
                        </a:rPr>
                        <a:t>For applicant email: Personal information </a:t>
                      </a:r>
                      <a:r>
                        <a:rPr lang="en-ZA" sz="1000" dirty="0">
                          <a:effectLst/>
                          <a:latin typeface="Avenir Next LT Pro" panose="020B0504020202020204" pitchFamily="34" charset="0"/>
                          <a:sym typeface="Wingdings" panose="05000000000000000000" pitchFamily="2" charset="2"/>
                        </a:rPr>
                        <a:t></a:t>
                      </a:r>
                      <a:r>
                        <a:rPr lang="en-ZA" sz="1000" dirty="0">
                          <a:effectLst/>
                          <a:latin typeface="Avenir Next LT Pro" panose="020B0504020202020204" pitchFamily="34" charset="0"/>
                        </a:rPr>
                        <a:t> email address</a:t>
                      </a:r>
                    </a:p>
                    <a:p>
                      <a:pPr>
                        <a:lnSpc>
                          <a:spcPct val="107000"/>
                        </a:lnSpc>
                        <a:spcAft>
                          <a:spcPts val="800"/>
                        </a:spcAft>
                        <a:buNone/>
                      </a:pPr>
                      <a:r>
                        <a:rPr lang="en-ZA" sz="1000" dirty="0">
                          <a:effectLst/>
                          <a:latin typeface="Avenir Next LT Pro" panose="020B0504020202020204" pitchFamily="34" charset="0"/>
                        </a:rPr>
                        <a:t>For referee email:</a:t>
                      </a:r>
                    </a:p>
                    <a:p>
                      <a:pPr>
                        <a:lnSpc>
                          <a:spcPct val="107000"/>
                        </a:lnSpc>
                        <a:spcAft>
                          <a:spcPts val="800"/>
                        </a:spcAft>
                        <a:buNone/>
                      </a:pPr>
                      <a:r>
                        <a:rPr lang="en-ZA" sz="1000" dirty="0">
                          <a:effectLst/>
                          <a:latin typeface="Avenir Next LT Pro" panose="020B0504020202020204" pitchFamily="34" charset="0"/>
                        </a:rPr>
                        <a:t>References </a:t>
                      </a:r>
                      <a:r>
                        <a:rPr lang="en-ZA" sz="1000" dirty="0">
                          <a:effectLst/>
                          <a:latin typeface="Avenir Next LT Pro" panose="020B0504020202020204" pitchFamily="34" charset="0"/>
                          <a:sym typeface="Wingdings" panose="05000000000000000000" pitchFamily="2" charset="2"/>
                        </a:rPr>
                        <a:t></a:t>
                      </a:r>
                      <a:r>
                        <a:rPr lang="en-ZA" sz="1000" dirty="0">
                          <a:effectLst/>
                          <a:latin typeface="Avenir Next LT Pro" panose="020B0504020202020204" pitchFamily="34" charset="0"/>
                        </a:rPr>
                        <a:t> look into reference table </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rowSpan="2">
                  <a:txBody>
                    <a:bodyPr/>
                    <a:lstStyle/>
                    <a:p>
                      <a:pPr>
                        <a:lnSpc>
                          <a:spcPct val="107000"/>
                        </a:lnSpc>
                        <a:spcAft>
                          <a:spcPts val="800"/>
                        </a:spcAft>
                        <a:buNone/>
                      </a:pPr>
                      <a:r>
                        <a:rPr lang="en-ZA" sz="1000" b="1" dirty="0">
                          <a:effectLst/>
                          <a:latin typeface="Avenir Next LT Pro" panose="020B0504020202020204" pitchFamily="34" charset="0"/>
                        </a:rPr>
                        <a:t>Reference letters must be received directly from Referees – we cannot accept any letters that are uploaded by the student themselves. </a:t>
                      </a:r>
                    </a:p>
                    <a:p>
                      <a:pPr>
                        <a:lnSpc>
                          <a:spcPct val="107000"/>
                        </a:lnSpc>
                        <a:spcAft>
                          <a:spcPts val="800"/>
                        </a:spcAft>
                        <a:buNone/>
                      </a:pPr>
                      <a:r>
                        <a:rPr lang="en-ZA" sz="1000" dirty="0">
                          <a:effectLst/>
                          <a:latin typeface="Avenir Next LT Pro" panose="020B0504020202020204" pitchFamily="34" charset="0"/>
                        </a:rPr>
                        <a:t>If duplicate / own email address are used, OMT staff will: </a:t>
                      </a:r>
                    </a:p>
                    <a:p>
                      <a:pPr>
                        <a:lnSpc>
                          <a:spcPct val="107000"/>
                        </a:lnSpc>
                        <a:spcAft>
                          <a:spcPts val="800"/>
                        </a:spcAft>
                        <a:buNone/>
                      </a:pPr>
                      <a:r>
                        <a:rPr lang="en-ZA" sz="1000" dirty="0">
                          <a:effectLst/>
                          <a:latin typeface="Avenir Next LT Pro" panose="020B0504020202020204" pitchFamily="34" charset="0"/>
                        </a:rPr>
                        <a:t>Delete the record and use “Request revisions” or notes (if it is not submitted) and request the applicant to fill in the correct information</a:t>
                      </a:r>
                    </a:p>
                    <a:p>
                      <a:pPr>
                        <a:lnSpc>
                          <a:spcPct val="107000"/>
                        </a:lnSpc>
                        <a:spcAft>
                          <a:spcPts val="800"/>
                        </a:spcAft>
                        <a:buNone/>
                      </a:pPr>
                      <a:r>
                        <a:rPr lang="en-ZA" sz="1000" dirty="0">
                          <a:effectLst/>
                          <a:latin typeface="Avenir Next LT Pro" panose="020B0504020202020204" pitchFamily="34" charset="0"/>
                        </a:rPr>
                        <a:t>The applicant may send you the information if they are unable to update themselves. </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solidFill>
                      <a:schemeClr val="accent1">
                        <a:lumMod val="40000"/>
                        <a:lumOff val="60000"/>
                      </a:schemeClr>
                    </a:solidFill>
                  </a:tcPr>
                </a:tc>
                <a:extLst>
                  <a:ext uri="{0D108BD9-81ED-4DB2-BD59-A6C34878D82A}">
                    <a16:rowId xmlns:a16="http://schemas.microsoft.com/office/drawing/2014/main" val="1030313618"/>
                  </a:ext>
                </a:extLst>
              </a:tr>
              <a:tr h="1195669">
                <a:tc>
                  <a:txBody>
                    <a:bodyPr/>
                    <a:lstStyle/>
                    <a:p>
                      <a:pPr>
                        <a:lnSpc>
                          <a:spcPct val="107000"/>
                        </a:lnSpc>
                        <a:spcAft>
                          <a:spcPts val="800"/>
                        </a:spcAft>
                        <a:buNone/>
                      </a:pPr>
                      <a:r>
                        <a:rPr lang="en-ZA" sz="1000">
                          <a:effectLst/>
                          <a:latin typeface="Avenir Next LT Pro" panose="020B0504020202020204" pitchFamily="34" charset="0"/>
                        </a:rPr>
                        <a:t>Has the applicant submitted duplicate referee details?</a:t>
                      </a:r>
                      <a:endParaRPr lang="en-ZA" sz="100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dirty="0">
                          <a:effectLst/>
                          <a:latin typeface="Avenir Next LT Pro" panose="020B0504020202020204" pitchFamily="34" charset="0"/>
                        </a:rPr>
                        <a:t>References </a:t>
                      </a:r>
                      <a:r>
                        <a:rPr lang="en-ZA" sz="1000" dirty="0">
                          <a:effectLst/>
                          <a:latin typeface="Avenir Next LT Pro" panose="020B0504020202020204" pitchFamily="34" charset="0"/>
                          <a:sym typeface="Wingdings" panose="05000000000000000000" pitchFamily="2" charset="2"/>
                        </a:rPr>
                        <a:t></a:t>
                      </a:r>
                      <a:r>
                        <a:rPr lang="en-ZA" sz="1000" dirty="0">
                          <a:effectLst/>
                          <a:latin typeface="Avenir Next LT Pro" panose="020B0504020202020204" pitchFamily="34" charset="0"/>
                        </a:rPr>
                        <a:t> look into reference table</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vMerge="1">
                  <a:txBody>
                    <a:bodyPr/>
                    <a:lstStyle/>
                    <a:p>
                      <a:pPr>
                        <a:lnSpc>
                          <a:spcPct val="107000"/>
                        </a:lnSpc>
                        <a:spcAft>
                          <a:spcPts val="800"/>
                        </a:spcAft>
                        <a:buNone/>
                      </a:pP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extLst>
                  <a:ext uri="{0D108BD9-81ED-4DB2-BD59-A6C34878D82A}">
                    <a16:rowId xmlns:a16="http://schemas.microsoft.com/office/drawing/2014/main" val="510107349"/>
                  </a:ext>
                </a:extLst>
              </a:tr>
            </a:tbl>
          </a:graphicData>
        </a:graphic>
      </p:graphicFrame>
    </p:spTree>
    <p:extLst>
      <p:ext uri="{BB962C8B-B14F-4D97-AF65-F5344CB8AC3E}">
        <p14:creationId xmlns:p14="http://schemas.microsoft.com/office/powerpoint/2010/main" val="3586524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C90F4-E07E-94ED-3448-B5E4F0B748CB}"/>
              </a:ext>
            </a:extLst>
          </p:cNvPr>
          <p:cNvSpPr>
            <a:spLocks noGrp="1"/>
          </p:cNvSpPr>
          <p:nvPr>
            <p:ph type="title"/>
          </p:nvPr>
        </p:nvSpPr>
        <p:spPr/>
        <p:txBody>
          <a:bodyPr/>
          <a:lstStyle/>
          <a:p>
            <a:r>
              <a:rPr lang="en-ZA" dirty="0"/>
              <a:t>Determining eligibility</a:t>
            </a:r>
          </a:p>
        </p:txBody>
      </p:sp>
      <p:sp>
        <p:nvSpPr>
          <p:cNvPr id="3" name="Content Placeholder 2">
            <a:extLst>
              <a:ext uri="{FF2B5EF4-FFF2-40B4-BE49-F238E27FC236}">
                <a16:creationId xmlns:a16="http://schemas.microsoft.com/office/drawing/2014/main" id="{79CE4890-5A8E-45D2-D880-24091C0F3505}"/>
              </a:ext>
            </a:extLst>
          </p:cNvPr>
          <p:cNvSpPr>
            <a:spLocks noGrp="1"/>
          </p:cNvSpPr>
          <p:nvPr>
            <p:ph idx="1"/>
          </p:nvPr>
        </p:nvSpPr>
        <p:spPr>
          <a:xfrm>
            <a:off x="684000" y="745426"/>
            <a:ext cx="10823788" cy="5431537"/>
          </a:xfrm>
        </p:spPr>
        <p:txBody>
          <a:bodyPr>
            <a:normAutofit/>
          </a:bodyPr>
          <a:lstStyle/>
          <a:p>
            <a:r>
              <a:rPr lang="en-ZA" sz="1200" dirty="0"/>
              <a:t>I have created a study choice filter which can be easily exported to excel</a:t>
            </a:r>
          </a:p>
          <a:p>
            <a:r>
              <a:rPr lang="en-ZA" sz="1200" dirty="0"/>
              <a:t>Navigate to the Submission Manager tab, Activities </a:t>
            </a:r>
          </a:p>
          <a:p>
            <a:r>
              <a:rPr lang="en-ZA" sz="1200" dirty="0"/>
              <a:t>On the filter drop down, select </a:t>
            </a:r>
            <a:r>
              <a:rPr lang="en-ZA" sz="1200" b="1" dirty="0"/>
              <a:t>Bailey – start date, topic, institution, budget, duration</a:t>
            </a:r>
            <a:r>
              <a:rPr lang="en-ZA" sz="1200" dirty="0"/>
              <a:t>. Make sure </a:t>
            </a:r>
            <a:r>
              <a:rPr lang="en-ZA" sz="1200" b="1" dirty="0"/>
              <a:t>study choice </a:t>
            </a:r>
            <a:r>
              <a:rPr lang="en-ZA" sz="1200" dirty="0"/>
              <a:t>is selected under type</a:t>
            </a:r>
          </a:p>
          <a:p>
            <a:r>
              <a:rPr lang="en-ZA" sz="1200" dirty="0"/>
              <a:t>You will be able to add this data to the initial cohort data that you pulled, using the </a:t>
            </a:r>
            <a:r>
              <a:rPr lang="en-ZA" sz="1200" b="1" dirty="0"/>
              <a:t>Application ID as the unique field</a:t>
            </a:r>
          </a:p>
          <a:p>
            <a:endParaRPr lang="en-ZA" sz="1400" dirty="0"/>
          </a:p>
        </p:txBody>
      </p:sp>
      <p:sp>
        <p:nvSpPr>
          <p:cNvPr id="4" name="Slide Number Placeholder 3">
            <a:extLst>
              <a:ext uri="{FF2B5EF4-FFF2-40B4-BE49-F238E27FC236}">
                <a16:creationId xmlns:a16="http://schemas.microsoft.com/office/drawing/2014/main" id="{A7DC69BC-9F96-CE51-138E-EF56783DD3B1}"/>
              </a:ext>
            </a:extLst>
          </p:cNvPr>
          <p:cNvSpPr>
            <a:spLocks noGrp="1"/>
          </p:cNvSpPr>
          <p:nvPr>
            <p:ph type="sldNum" sz="quarter" idx="4"/>
          </p:nvPr>
        </p:nvSpPr>
        <p:spPr/>
        <p:txBody>
          <a:bodyPr/>
          <a:lstStyle/>
          <a:p>
            <a:fld id="{303BB4E7-ECF0-48C2-8E8B-35EF4BB93775}" type="slidenum">
              <a:rPr lang="en-ZA" smtClean="0"/>
              <a:pPr/>
              <a:t>13</a:t>
            </a:fld>
            <a:endParaRPr lang="en-ZA" dirty="0"/>
          </a:p>
        </p:txBody>
      </p:sp>
      <p:pic>
        <p:nvPicPr>
          <p:cNvPr id="6" name="Picture 5">
            <a:extLst>
              <a:ext uri="{FF2B5EF4-FFF2-40B4-BE49-F238E27FC236}">
                <a16:creationId xmlns:a16="http://schemas.microsoft.com/office/drawing/2014/main" id="{8D0816AA-3931-C029-5001-AEBC8B143ED6}"/>
              </a:ext>
            </a:extLst>
          </p:cNvPr>
          <p:cNvPicPr>
            <a:picLocks noChangeAspect="1"/>
          </p:cNvPicPr>
          <p:nvPr/>
        </p:nvPicPr>
        <p:blipFill>
          <a:blip r:embed="rId2"/>
          <a:stretch>
            <a:fillRect/>
          </a:stretch>
        </p:blipFill>
        <p:spPr>
          <a:xfrm>
            <a:off x="782822" y="2230268"/>
            <a:ext cx="7031680" cy="4058613"/>
          </a:xfrm>
          <a:prstGeom prst="rect">
            <a:avLst/>
          </a:prstGeom>
        </p:spPr>
      </p:pic>
      <p:sp>
        <p:nvSpPr>
          <p:cNvPr id="7" name="Oval 6">
            <a:extLst>
              <a:ext uri="{FF2B5EF4-FFF2-40B4-BE49-F238E27FC236}">
                <a16:creationId xmlns:a16="http://schemas.microsoft.com/office/drawing/2014/main" id="{CA7D6D88-5677-1FC4-6A0F-05BEA0287C3F}"/>
              </a:ext>
            </a:extLst>
          </p:cNvPr>
          <p:cNvSpPr/>
          <p:nvPr/>
        </p:nvSpPr>
        <p:spPr>
          <a:xfrm>
            <a:off x="2048988" y="2155070"/>
            <a:ext cx="875489" cy="36965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Oval 7">
            <a:extLst>
              <a:ext uri="{FF2B5EF4-FFF2-40B4-BE49-F238E27FC236}">
                <a16:creationId xmlns:a16="http://schemas.microsoft.com/office/drawing/2014/main" id="{999BACBA-4BFA-C5F0-AF9B-650DB9889C56}"/>
              </a:ext>
            </a:extLst>
          </p:cNvPr>
          <p:cNvSpPr/>
          <p:nvPr/>
        </p:nvSpPr>
        <p:spPr>
          <a:xfrm>
            <a:off x="1021377" y="2694055"/>
            <a:ext cx="646282" cy="36965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Oval 8">
            <a:extLst>
              <a:ext uri="{FF2B5EF4-FFF2-40B4-BE49-F238E27FC236}">
                <a16:creationId xmlns:a16="http://schemas.microsoft.com/office/drawing/2014/main" id="{EB8D5355-0A92-2DC8-CA48-38FCD842EA1B}"/>
              </a:ext>
            </a:extLst>
          </p:cNvPr>
          <p:cNvSpPr/>
          <p:nvPr/>
        </p:nvSpPr>
        <p:spPr>
          <a:xfrm>
            <a:off x="1724632" y="5919230"/>
            <a:ext cx="2171093" cy="36965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Oval 9">
            <a:extLst>
              <a:ext uri="{FF2B5EF4-FFF2-40B4-BE49-F238E27FC236}">
                <a16:creationId xmlns:a16="http://schemas.microsoft.com/office/drawing/2014/main" id="{F6AE12CB-8658-9CC9-19D2-1228DC042F0E}"/>
              </a:ext>
            </a:extLst>
          </p:cNvPr>
          <p:cNvSpPr/>
          <p:nvPr/>
        </p:nvSpPr>
        <p:spPr>
          <a:xfrm>
            <a:off x="5010348" y="3014814"/>
            <a:ext cx="1723828" cy="36965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Oval 10">
            <a:extLst>
              <a:ext uri="{FF2B5EF4-FFF2-40B4-BE49-F238E27FC236}">
                <a16:creationId xmlns:a16="http://schemas.microsoft.com/office/drawing/2014/main" id="{D27D497F-FFDC-4D62-9C53-DCA4305C4FEA}"/>
              </a:ext>
            </a:extLst>
          </p:cNvPr>
          <p:cNvSpPr/>
          <p:nvPr/>
        </p:nvSpPr>
        <p:spPr>
          <a:xfrm>
            <a:off x="1543050" y="2896410"/>
            <a:ext cx="400050" cy="369651"/>
          </a:xfrm>
          <a:prstGeom prst="ellipse">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2" name="TextBox 11">
            <a:extLst>
              <a:ext uri="{FF2B5EF4-FFF2-40B4-BE49-F238E27FC236}">
                <a16:creationId xmlns:a16="http://schemas.microsoft.com/office/drawing/2014/main" id="{215EC76D-C061-5725-D1BC-1329071F7CAB}"/>
              </a:ext>
            </a:extLst>
          </p:cNvPr>
          <p:cNvSpPr txBox="1"/>
          <p:nvPr/>
        </p:nvSpPr>
        <p:spPr>
          <a:xfrm>
            <a:off x="2048988" y="2645163"/>
            <a:ext cx="2723842" cy="261610"/>
          </a:xfrm>
          <a:prstGeom prst="rect">
            <a:avLst/>
          </a:prstGeom>
          <a:noFill/>
        </p:spPr>
        <p:txBody>
          <a:bodyPr wrap="square" rtlCol="0">
            <a:spAutoFit/>
          </a:bodyPr>
          <a:lstStyle/>
          <a:p>
            <a:r>
              <a:rPr lang="en-ZA" sz="1100" b="1" dirty="0">
                <a:solidFill>
                  <a:srgbClr val="00B050"/>
                </a:solidFill>
              </a:rPr>
              <a:t>To export, click here</a:t>
            </a:r>
          </a:p>
        </p:txBody>
      </p:sp>
      <p:cxnSp>
        <p:nvCxnSpPr>
          <p:cNvPr id="16" name="Straight Arrow Connector 15">
            <a:extLst>
              <a:ext uri="{FF2B5EF4-FFF2-40B4-BE49-F238E27FC236}">
                <a16:creationId xmlns:a16="http://schemas.microsoft.com/office/drawing/2014/main" id="{65AF37A1-E685-C0A7-1E2C-7A54B2B086D2}"/>
              </a:ext>
            </a:extLst>
          </p:cNvPr>
          <p:cNvCxnSpPr>
            <a:stCxn id="12" idx="1"/>
          </p:cNvCxnSpPr>
          <p:nvPr/>
        </p:nvCxnSpPr>
        <p:spPr>
          <a:xfrm flipH="1">
            <a:off x="1724632" y="2775968"/>
            <a:ext cx="324356" cy="23884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050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5DB43-4E67-262C-6501-EB0DFF8A9429}"/>
              </a:ext>
            </a:extLst>
          </p:cNvPr>
          <p:cNvSpPr>
            <a:spLocks noGrp="1"/>
          </p:cNvSpPr>
          <p:nvPr>
            <p:ph type="title"/>
          </p:nvPr>
        </p:nvSpPr>
        <p:spPr/>
        <p:txBody>
          <a:bodyPr/>
          <a:lstStyle/>
          <a:p>
            <a:r>
              <a:rPr lang="en-ZA" dirty="0"/>
              <a:t>Completeness and accuracy</a:t>
            </a:r>
          </a:p>
        </p:txBody>
      </p:sp>
      <p:sp>
        <p:nvSpPr>
          <p:cNvPr id="3" name="Text Placeholder 2">
            <a:extLst>
              <a:ext uri="{FF2B5EF4-FFF2-40B4-BE49-F238E27FC236}">
                <a16:creationId xmlns:a16="http://schemas.microsoft.com/office/drawing/2014/main" id="{FB5C6402-4977-2FCC-D593-7B693D533FB3}"/>
              </a:ext>
            </a:extLst>
          </p:cNvPr>
          <p:cNvSpPr>
            <a:spLocks noGrp="1"/>
          </p:cNvSpPr>
          <p:nvPr>
            <p:ph type="body" idx="1"/>
          </p:nvPr>
        </p:nvSpPr>
        <p:spPr/>
        <p:txBody>
          <a:bodyPr/>
          <a:lstStyle/>
          <a:p>
            <a:endParaRPr lang="en-ZA"/>
          </a:p>
        </p:txBody>
      </p:sp>
    </p:spTree>
    <p:extLst>
      <p:ext uri="{BB962C8B-B14F-4D97-AF65-F5344CB8AC3E}">
        <p14:creationId xmlns:p14="http://schemas.microsoft.com/office/powerpoint/2010/main" val="1298302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3C466-1433-C4FF-1D2A-7B6ABA6635D4}"/>
              </a:ext>
            </a:extLst>
          </p:cNvPr>
          <p:cNvSpPr>
            <a:spLocks noGrp="1"/>
          </p:cNvSpPr>
          <p:nvPr>
            <p:ph type="title"/>
          </p:nvPr>
        </p:nvSpPr>
        <p:spPr/>
        <p:txBody>
          <a:bodyPr/>
          <a:lstStyle/>
          <a:p>
            <a:r>
              <a:rPr lang="en-ZA" dirty="0"/>
              <a:t>Internal review: completeness and accuracy</a:t>
            </a:r>
          </a:p>
        </p:txBody>
      </p:sp>
      <p:sp>
        <p:nvSpPr>
          <p:cNvPr id="4" name="Slide Number Placeholder 3">
            <a:extLst>
              <a:ext uri="{FF2B5EF4-FFF2-40B4-BE49-F238E27FC236}">
                <a16:creationId xmlns:a16="http://schemas.microsoft.com/office/drawing/2014/main" id="{B8AAD1F4-D1F7-A4B6-4A1E-87215973717D}"/>
              </a:ext>
            </a:extLst>
          </p:cNvPr>
          <p:cNvSpPr>
            <a:spLocks noGrp="1"/>
          </p:cNvSpPr>
          <p:nvPr>
            <p:ph type="sldNum" sz="quarter" idx="4"/>
          </p:nvPr>
        </p:nvSpPr>
        <p:spPr/>
        <p:txBody>
          <a:bodyPr/>
          <a:lstStyle/>
          <a:p>
            <a:fld id="{303BB4E7-ECF0-48C2-8E8B-35EF4BB93775}" type="slidenum">
              <a:rPr lang="en-ZA" smtClean="0"/>
              <a:pPr/>
              <a:t>15</a:t>
            </a:fld>
            <a:endParaRPr lang="en-ZA" dirty="0"/>
          </a:p>
        </p:txBody>
      </p:sp>
      <p:graphicFrame>
        <p:nvGraphicFramePr>
          <p:cNvPr id="5" name="Content Placeholder 4">
            <a:extLst>
              <a:ext uri="{FF2B5EF4-FFF2-40B4-BE49-F238E27FC236}">
                <a16:creationId xmlns:a16="http://schemas.microsoft.com/office/drawing/2014/main" id="{AF5C88AC-B4C0-25F2-1EF5-C88992BFA22C}"/>
              </a:ext>
            </a:extLst>
          </p:cNvPr>
          <p:cNvGraphicFramePr>
            <a:graphicFrameLocks noGrp="1"/>
          </p:cNvGraphicFramePr>
          <p:nvPr>
            <p:ph idx="1"/>
            <p:extLst>
              <p:ext uri="{D42A27DB-BD31-4B8C-83A1-F6EECF244321}">
                <p14:modId xmlns:p14="http://schemas.microsoft.com/office/powerpoint/2010/main" val="1870502742"/>
              </p:ext>
            </p:extLst>
          </p:nvPr>
        </p:nvGraphicFramePr>
        <p:xfrm>
          <a:off x="782822" y="2100159"/>
          <a:ext cx="10823788" cy="3746822"/>
        </p:xfrm>
        <a:graphic>
          <a:graphicData uri="http://schemas.openxmlformats.org/drawingml/2006/table">
            <a:tbl>
              <a:tblPr firstRow="1" firstCol="1" bandRow="1">
                <a:tableStyleId>{69012ECD-51FC-41F1-AA8D-1B2483CD663E}</a:tableStyleId>
              </a:tblPr>
              <a:tblGrid>
                <a:gridCol w="2173500">
                  <a:extLst>
                    <a:ext uri="{9D8B030D-6E8A-4147-A177-3AD203B41FA5}">
                      <a16:colId xmlns:a16="http://schemas.microsoft.com/office/drawing/2014/main" val="2007567957"/>
                    </a:ext>
                  </a:extLst>
                </a:gridCol>
                <a:gridCol w="4954917">
                  <a:extLst>
                    <a:ext uri="{9D8B030D-6E8A-4147-A177-3AD203B41FA5}">
                      <a16:colId xmlns:a16="http://schemas.microsoft.com/office/drawing/2014/main" val="760258093"/>
                    </a:ext>
                  </a:extLst>
                </a:gridCol>
                <a:gridCol w="3695371">
                  <a:extLst>
                    <a:ext uri="{9D8B030D-6E8A-4147-A177-3AD203B41FA5}">
                      <a16:colId xmlns:a16="http://schemas.microsoft.com/office/drawing/2014/main" val="2578000301"/>
                    </a:ext>
                  </a:extLst>
                </a:gridCol>
              </a:tblGrid>
              <a:tr h="53988">
                <a:tc>
                  <a:txBody>
                    <a:bodyPr/>
                    <a:lstStyle/>
                    <a:p>
                      <a:pPr>
                        <a:lnSpc>
                          <a:spcPct val="107000"/>
                        </a:lnSpc>
                        <a:spcAft>
                          <a:spcPts val="800"/>
                        </a:spcAft>
                        <a:buNone/>
                      </a:pPr>
                      <a:r>
                        <a:rPr lang="en-ZA" sz="1000" dirty="0">
                          <a:effectLst/>
                          <a:latin typeface="Avenir Next LT Pro" panose="020B0504020202020204" pitchFamily="34" charset="0"/>
                        </a:rPr>
                        <a:t>Question</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dirty="0">
                          <a:effectLst/>
                          <a:latin typeface="Avenir Next LT Pro" panose="020B0504020202020204" pitchFamily="34" charset="0"/>
                        </a:rPr>
                        <a:t>Where to look</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a:effectLst/>
                          <a:latin typeface="Avenir Next LT Pro" panose="020B0504020202020204" pitchFamily="34" charset="0"/>
                        </a:rPr>
                        <a:t>Action required</a:t>
                      </a:r>
                      <a:endParaRPr lang="en-ZA" sz="100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extLst>
                  <a:ext uri="{0D108BD9-81ED-4DB2-BD59-A6C34878D82A}">
                    <a16:rowId xmlns:a16="http://schemas.microsoft.com/office/drawing/2014/main" val="1240685728"/>
                  </a:ext>
                </a:extLst>
              </a:tr>
              <a:tr h="280618">
                <a:tc>
                  <a:txBody>
                    <a:bodyPr/>
                    <a:lstStyle/>
                    <a:p>
                      <a:pPr>
                        <a:lnSpc>
                          <a:spcPct val="107000"/>
                        </a:lnSpc>
                        <a:spcAft>
                          <a:spcPts val="800"/>
                        </a:spcAft>
                        <a:buNone/>
                      </a:pPr>
                      <a:r>
                        <a:rPr lang="en-ZA" sz="1000" dirty="0">
                          <a:effectLst/>
                          <a:latin typeface="Avenir Next LT Pro" panose="020B0504020202020204" pitchFamily="34" charset="0"/>
                        </a:rPr>
                        <a:t>Does the application have 3 completed reference letters?</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a:effectLst/>
                          <a:latin typeface="Avenir Next LT Pro" panose="020B0504020202020204" pitchFamily="34" charset="0"/>
                        </a:rPr>
                        <a:t>Reference forms (left hand panel)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here please check that there are 3 submitted references forms from 3 different referees</a:t>
                      </a:r>
                      <a:endParaRPr lang="en-ZA" sz="100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dirty="0">
                          <a:effectLst/>
                          <a:latin typeface="Avenir Next LT Pro" panose="020B0504020202020204" pitchFamily="34" charset="0"/>
                        </a:rPr>
                        <a:t>Please use the “Notes” function to communicate where reference letters are still outstanding</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extLst>
                  <a:ext uri="{0D108BD9-81ED-4DB2-BD59-A6C34878D82A}">
                    <a16:rowId xmlns:a16="http://schemas.microsoft.com/office/drawing/2014/main" val="1437372385"/>
                  </a:ext>
                </a:extLst>
              </a:tr>
              <a:tr h="167303">
                <a:tc>
                  <a:txBody>
                    <a:bodyPr/>
                    <a:lstStyle/>
                    <a:p>
                      <a:pPr>
                        <a:lnSpc>
                          <a:spcPct val="107000"/>
                        </a:lnSpc>
                        <a:spcAft>
                          <a:spcPts val="800"/>
                        </a:spcAft>
                        <a:buNone/>
                      </a:pPr>
                      <a:r>
                        <a:rPr lang="en-ZA" sz="1000" dirty="0">
                          <a:effectLst/>
                          <a:latin typeface="Avenir Next LT Pro" panose="020B0504020202020204" pitchFamily="34" charset="0"/>
                        </a:rPr>
                        <a:t>Is the CV attachment correct and readable?</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a:effectLst/>
                          <a:latin typeface="Avenir Next LT Pro" panose="020B0504020202020204" pitchFamily="34" charset="0"/>
                        </a:rPr>
                        <a:t>Personal information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scroll to the bottom of the page and open the document</a:t>
                      </a:r>
                      <a:endParaRPr lang="en-ZA" sz="100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rowSpan="5">
                  <a:txBody>
                    <a:bodyPr/>
                    <a:lstStyle/>
                    <a:p>
                      <a:pPr>
                        <a:lnSpc>
                          <a:spcPct val="107000"/>
                        </a:lnSpc>
                        <a:spcAft>
                          <a:spcPts val="800"/>
                        </a:spcAft>
                        <a:buNone/>
                      </a:pPr>
                      <a:r>
                        <a:rPr lang="en-ZA" sz="1000" b="1" dirty="0">
                          <a:effectLst/>
                          <a:latin typeface="Avenir Next LT Pro" panose="020B0504020202020204" pitchFamily="34" charset="0"/>
                        </a:rPr>
                        <a:t>Request revisions </a:t>
                      </a:r>
                      <a:r>
                        <a:rPr lang="en-ZA" sz="1000" dirty="0">
                          <a:effectLst/>
                          <a:latin typeface="Avenir Next LT Pro" panose="020B0504020202020204" pitchFamily="34" charset="0"/>
                        </a:rPr>
                        <a:t>where the document is incorrect / unreadable</a:t>
                      </a:r>
                    </a:p>
                    <a:p>
                      <a:pPr>
                        <a:lnSpc>
                          <a:spcPct val="107000"/>
                        </a:lnSpc>
                        <a:spcAft>
                          <a:spcPts val="800"/>
                        </a:spcAft>
                        <a:buNone/>
                      </a:pPr>
                      <a:r>
                        <a:rPr lang="en-ZA" sz="1000" dirty="0">
                          <a:effectLst/>
                          <a:latin typeface="Avenir Next LT Pro" panose="020B0504020202020204" pitchFamily="34" charset="0"/>
                          <a:ea typeface="Calibri" panose="020F0502020204030204" pitchFamily="34" charset="0"/>
                          <a:cs typeface="Times New Roman" panose="02020603050405020304" pitchFamily="18" charset="0"/>
                        </a:rPr>
                        <a:t>This is done via the Internal Tab (on the application main page – on the right hand side). </a:t>
                      </a:r>
                    </a:p>
                    <a:p>
                      <a:pPr>
                        <a:lnSpc>
                          <a:spcPct val="107000"/>
                        </a:lnSpc>
                        <a:spcAft>
                          <a:spcPts val="800"/>
                        </a:spcAft>
                        <a:buNone/>
                      </a:pPr>
                      <a:r>
                        <a:rPr lang="en-ZA" sz="1000" dirty="0">
                          <a:effectLst/>
                          <a:latin typeface="Avenir Next LT Pro" panose="020B0504020202020204" pitchFamily="34" charset="0"/>
                          <a:ea typeface="Calibri" panose="020F0502020204030204" pitchFamily="34" charset="0"/>
                          <a:cs typeface="Times New Roman" panose="02020603050405020304" pitchFamily="18" charset="0"/>
                        </a:rPr>
                        <a:t>OMT staff fills in the text box which is then added to the email communication to the student so they know what / how to amend the application. This effectively changes the status to </a:t>
                      </a:r>
                      <a:r>
                        <a:rPr lang="en-ZA" sz="1000" i="1" dirty="0">
                          <a:effectLst/>
                          <a:latin typeface="Avenir Next LT Pro" panose="020B0504020202020204" pitchFamily="34" charset="0"/>
                          <a:ea typeface="Calibri" panose="020F0502020204030204" pitchFamily="34" charset="0"/>
                          <a:cs typeface="Times New Roman" panose="02020603050405020304" pitchFamily="18" charset="0"/>
                        </a:rPr>
                        <a:t>draft </a:t>
                      </a:r>
                      <a:r>
                        <a:rPr lang="en-ZA" sz="1000" dirty="0">
                          <a:effectLst/>
                          <a:latin typeface="Avenir Next LT Pro" panose="020B0504020202020204" pitchFamily="34" charset="0"/>
                          <a:ea typeface="Calibri" panose="020F0502020204030204" pitchFamily="34" charset="0"/>
                          <a:cs typeface="Times New Roman" panose="02020603050405020304" pitchFamily="18" charset="0"/>
                        </a:rPr>
                        <a:t>again.</a:t>
                      </a:r>
                    </a:p>
                  </a:txBody>
                  <a:tcPr marL="23828" marR="23828" marT="0" marB="0" anchor="ctr">
                    <a:solidFill>
                      <a:schemeClr val="accent1">
                        <a:lumMod val="20000"/>
                        <a:lumOff val="80000"/>
                      </a:schemeClr>
                    </a:solidFill>
                  </a:tcPr>
                </a:tc>
                <a:extLst>
                  <a:ext uri="{0D108BD9-81ED-4DB2-BD59-A6C34878D82A}">
                    <a16:rowId xmlns:a16="http://schemas.microsoft.com/office/drawing/2014/main" val="1031856050"/>
                  </a:ext>
                </a:extLst>
              </a:tr>
              <a:tr h="167303">
                <a:tc>
                  <a:txBody>
                    <a:bodyPr/>
                    <a:lstStyle/>
                    <a:p>
                      <a:pPr>
                        <a:lnSpc>
                          <a:spcPct val="107000"/>
                        </a:lnSpc>
                        <a:spcAft>
                          <a:spcPts val="800"/>
                        </a:spcAft>
                        <a:buNone/>
                      </a:pPr>
                      <a:r>
                        <a:rPr lang="en-ZA" sz="1000" dirty="0">
                          <a:effectLst/>
                          <a:latin typeface="Avenir Next LT Pro" panose="020B0504020202020204" pitchFamily="34" charset="0"/>
                        </a:rPr>
                        <a:t>Is the photograph attachment correct and readable?</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a:effectLst/>
                          <a:latin typeface="Avenir Next LT Pro" panose="020B0504020202020204" pitchFamily="34" charset="0"/>
                        </a:rPr>
                        <a:t>Personal information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scroll to the bottom of the page and open the document</a:t>
                      </a:r>
                      <a:endParaRPr lang="en-ZA" sz="100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vMerge="1">
                  <a:txBody>
                    <a:bodyPr/>
                    <a:lstStyle/>
                    <a:p>
                      <a:pPr>
                        <a:lnSpc>
                          <a:spcPct val="107000"/>
                        </a:lnSpc>
                        <a:spcAft>
                          <a:spcPts val="800"/>
                        </a:spcAft>
                        <a:buNone/>
                      </a:pP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extLst>
                  <a:ext uri="{0D108BD9-81ED-4DB2-BD59-A6C34878D82A}">
                    <a16:rowId xmlns:a16="http://schemas.microsoft.com/office/drawing/2014/main" val="1992795062"/>
                  </a:ext>
                </a:extLst>
              </a:tr>
              <a:tr h="223961">
                <a:tc>
                  <a:txBody>
                    <a:bodyPr/>
                    <a:lstStyle/>
                    <a:p>
                      <a:pPr>
                        <a:lnSpc>
                          <a:spcPct val="107000"/>
                        </a:lnSpc>
                        <a:spcAft>
                          <a:spcPts val="800"/>
                        </a:spcAft>
                        <a:buNone/>
                      </a:pPr>
                      <a:r>
                        <a:rPr lang="en-ZA" sz="1000" dirty="0">
                          <a:effectLst/>
                          <a:latin typeface="Avenir Next LT Pro" panose="020B0504020202020204" pitchFamily="34" charset="0"/>
                        </a:rPr>
                        <a:t>Is the ID / residence permit / passport attachment correct and readable?</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dirty="0">
                          <a:effectLst/>
                          <a:latin typeface="Avenir Next LT Pro" panose="020B0504020202020204" pitchFamily="34" charset="0"/>
                        </a:rPr>
                        <a:t>Personal information </a:t>
                      </a:r>
                      <a:r>
                        <a:rPr lang="en-ZA" sz="1000" dirty="0">
                          <a:effectLst/>
                          <a:latin typeface="Avenir Next LT Pro" panose="020B0504020202020204" pitchFamily="34" charset="0"/>
                          <a:sym typeface="Wingdings" panose="05000000000000000000" pitchFamily="2" charset="2"/>
                        </a:rPr>
                        <a:t></a:t>
                      </a:r>
                      <a:r>
                        <a:rPr lang="en-ZA" sz="1000" dirty="0">
                          <a:effectLst/>
                          <a:latin typeface="Avenir Next LT Pro" panose="020B0504020202020204" pitchFamily="34" charset="0"/>
                        </a:rPr>
                        <a:t> scroll to the bottom of the page and open the document</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vMerge="1">
                  <a:txBody>
                    <a:bodyPr/>
                    <a:lstStyle/>
                    <a:p>
                      <a:pPr>
                        <a:lnSpc>
                          <a:spcPct val="107000"/>
                        </a:lnSpc>
                        <a:spcAft>
                          <a:spcPts val="800"/>
                        </a:spcAft>
                        <a:buNone/>
                      </a:pP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extLst>
                  <a:ext uri="{0D108BD9-81ED-4DB2-BD59-A6C34878D82A}">
                    <a16:rowId xmlns:a16="http://schemas.microsoft.com/office/drawing/2014/main" val="2132698253"/>
                  </a:ext>
                </a:extLst>
              </a:tr>
              <a:tr h="372576">
                <a:tc>
                  <a:txBody>
                    <a:bodyPr/>
                    <a:lstStyle/>
                    <a:p>
                      <a:pPr>
                        <a:lnSpc>
                          <a:spcPct val="107000"/>
                        </a:lnSpc>
                        <a:spcAft>
                          <a:spcPts val="800"/>
                        </a:spcAft>
                        <a:buNone/>
                      </a:pPr>
                      <a:r>
                        <a:rPr lang="en-ZA" sz="1000" dirty="0">
                          <a:effectLst/>
                          <a:latin typeface="Avenir Next LT Pro" panose="020B0504020202020204" pitchFamily="34" charset="0"/>
                        </a:rPr>
                        <a:t>Is the academic transcript attachment correct and readable?</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a:effectLst/>
                          <a:latin typeface="Avenir Next LT Pro" panose="020B0504020202020204" pitchFamily="34" charset="0"/>
                        </a:rPr>
                        <a:t>Academic history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attachment under “Academic Transcripts” </a:t>
                      </a:r>
                    </a:p>
                    <a:p>
                      <a:pPr>
                        <a:lnSpc>
                          <a:spcPct val="107000"/>
                        </a:lnSpc>
                        <a:spcAft>
                          <a:spcPts val="800"/>
                        </a:spcAft>
                        <a:buNone/>
                      </a:pPr>
                      <a:r>
                        <a:rPr lang="en-ZA" sz="1000">
                          <a:effectLst/>
                          <a:latin typeface="Avenir Next LT Pro" panose="020B0504020202020204" pitchFamily="34" charset="0"/>
                        </a:rPr>
                        <a:t>Please ensure the table and the uploads correspond to each other</a:t>
                      </a:r>
                      <a:endParaRPr lang="en-ZA" sz="100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vMerge="1">
                  <a:txBody>
                    <a:bodyPr/>
                    <a:lstStyle/>
                    <a:p>
                      <a:pPr>
                        <a:lnSpc>
                          <a:spcPct val="107000"/>
                        </a:lnSpc>
                        <a:spcAft>
                          <a:spcPts val="800"/>
                        </a:spcAft>
                        <a:buNone/>
                      </a:pP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extLst>
                  <a:ext uri="{0D108BD9-81ED-4DB2-BD59-A6C34878D82A}">
                    <a16:rowId xmlns:a16="http://schemas.microsoft.com/office/drawing/2014/main" val="3602084801"/>
                  </a:ext>
                </a:extLst>
              </a:tr>
              <a:tr h="372576">
                <a:tc>
                  <a:txBody>
                    <a:bodyPr/>
                    <a:lstStyle/>
                    <a:p>
                      <a:pPr>
                        <a:lnSpc>
                          <a:spcPct val="107000"/>
                        </a:lnSpc>
                        <a:spcAft>
                          <a:spcPts val="800"/>
                        </a:spcAft>
                        <a:buNone/>
                      </a:pPr>
                      <a:r>
                        <a:rPr lang="en-ZA" sz="1000" dirty="0">
                          <a:effectLst/>
                          <a:latin typeface="Avenir Next LT Pro" panose="020B0504020202020204" pitchFamily="34" charset="0"/>
                        </a:rPr>
                        <a:t>Is the degree attachment correct and readable?</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a:effectLst/>
                          <a:latin typeface="Avenir Next LT Pro" panose="020B0504020202020204" pitchFamily="34" charset="0"/>
                        </a:rPr>
                        <a:t>Academic history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attachment under “Certified copies of your degree(s)”</a:t>
                      </a:r>
                    </a:p>
                    <a:p>
                      <a:pPr>
                        <a:lnSpc>
                          <a:spcPct val="107000"/>
                        </a:lnSpc>
                        <a:spcAft>
                          <a:spcPts val="800"/>
                        </a:spcAft>
                        <a:buNone/>
                      </a:pPr>
                      <a:r>
                        <a:rPr lang="en-ZA" sz="1000">
                          <a:effectLst/>
                          <a:latin typeface="Avenir Next LT Pro" panose="020B0504020202020204" pitchFamily="34" charset="0"/>
                        </a:rPr>
                        <a:t>Please ensure the table and the uploads correspond to each other</a:t>
                      </a:r>
                      <a:endParaRPr lang="en-ZA" sz="100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vMerge="1">
                  <a:txBody>
                    <a:bodyPr/>
                    <a:lstStyle/>
                    <a:p>
                      <a:pPr>
                        <a:lnSpc>
                          <a:spcPct val="107000"/>
                        </a:lnSpc>
                        <a:spcAft>
                          <a:spcPts val="800"/>
                        </a:spcAft>
                        <a:buNone/>
                      </a:pP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extLst>
                  <a:ext uri="{0D108BD9-81ED-4DB2-BD59-A6C34878D82A}">
                    <a16:rowId xmlns:a16="http://schemas.microsoft.com/office/drawing/2014/main" val="831777528"/>
                  </a:ext>
                </a:extLst>
              </a:tr>
              <a:tr h="485892">
                <a:tc>
                  <a:txBody>
                    <a:bodyPr/>
                    <a:lstStyle/>
                    <a:p>
                      <a:pPr>
                        <a:lnSpc>
                          <a:spcPct val="107000"/>
                        </a:lnSpc>
                        <a:spcAft>
                          <a:spcPts val="800"/>
                        </a:spcAft>
                        <a:buNone/>
                      </a:pPr>
                      <a:r>
                        <a:rPr lang="en-ZA" sz="1000" dirty="0">
                          <a:effectLst/>
                          <a:latin typeface="Avenir Next LT Pro" panose="020B0504020202020204" pitchFamily="34" charset="0"/>
                        </a:rPr>
                        <a:t>Has the student completed the budget for all corresponding years of study?</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dirty="0">
                          <a:effectLst/>
                          <a:latin typeface="Avenir Next LT Pro" panose="020B0504020202020204" pitchFamily="34" charset="0"/>
                        </a:rPr>
                        <a:t>Application </a:t>
                      </a:r>
                      <a:r>
                        <a:rPr lang="en-ZA" sz="1000" dirty="0">
                          <a:effectLst/>
                          <a:latin typeface="Avenir Next LT Pro" panose="020B0504020202020204" pitchFamily="34" charset="0"/>
                          <a:sym typeface="Wingdings" panose="05000000000000000000" pitchFamily="2" charset="2"/>
                        </a:rPr>
                        <a:t></a:t>
                      </a:r>
                      <a:r>
                        <a:rPr lang="en-ZA" sz="1000" dirty="0">
                          <a:effectLst/>
                          <a:latin typeface="Avenir Next LT Pro" panose="020B0504020202020204" pitchFamily="34" charset="0"/>
                        </a:rPr>
                        <a:t> Choice of study table </a:t>
                      </a:r>
                      <a:r>
                        <a:rPr lang="en-ZA" sz="1000" dirty="0">
                          <a:effectLst/>
                          <a:latin typeface="Avenir Next LT Pro" panose="020B0504020202020204" pitchFamily="34" charset="0"/>
                          <a:sym typeface="Wingdings" panose="05000000000000000000" pitchFamily="2" charset="2"/>
                        </a:rPr>
                        <a:t></a:t>
                      </a:r>
                      <a:r>
                        <a:rPr lang="en-ZA" sz="1000" dirty="0">
                          <a:effectLst/>
                          <a:latin typeface="Avenir Next LT Pro" panose="020B0504020202020204" pitchFamily="34" charset="0"/>
                        </a:rPr>
                        <a:t> Open </a:t>
                      </a:r>
                      <a:r>
                        <a:rPr lang="en-ZA" sz="1000" dirty="0">
                          <a:effectLst/>
                          <a:latin typeface="Avenir Next LT Pro" panose="020B0504020202020204" pitchFamily="34" charset="0"/>
                          <a:sym typeface="Wingdings" panose="05000000000000000000" pitchFamily="2" charset="2"/>
                        </a:rPr>
                        <a:t></a:t>
                      </a:r>
                      <a:r>
                        <a:rPr lang="en-ZA" sz="1000" dirty="0">
                          <a:effectLst/>
                          <a:latin typeface="Avenir Next LT Pro" panose="020B0504020202020204" pitchFamily="34" charset="0"/>
                        </a:rPr>
                        <a:t> Budget</a:t>
                      </a:r>
                    </a:p>
                    <a:p>
                      <a:pPr>
                        <a:lnSpc>
                          <a:spcPct val="107000"/>
                        </a:lnSpc>
                        <a:spcAft>
                          <a:spcPts val="800"/>
                        </a:spcAft>
                        <a:buNone/>
                      </a:pPr>
                      <a:r>
                        <a:rPr lang="en-ZA" sz="1000" dirty="0">
                          <a:effectLst/>
                          <a:latin typeface="Avenir Next LT Pro" panose="020B0504020202020204" pitchFamily="34" charset="0"/>
                        </a:rPr>
                        <a:t>Please check that the student has filled in the correct amount of columns to the question “How many years do you require funding for?”</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dirty="0">
                          <a:effectLst/>
                          <a:latin typeface="Avenir Next LT Pro" panose="020B0504020202020204" pitchFamily="34" charset="0"/>
                        </a:rPr>
                        <a:t>Request revisions asking the applicant to fill in the budget correctly </a:t>
                      </a:r>
                    </a:p>
                    <a:p>
                      <a:pPr>
                        <a:lnSpc>
                          <a:spcPct val="107000"/>
                        </a:lnSpc>
                        <a:spcAft>
                          <a:spcPts val="800"/>
                        </a:spcAft>
                        <a:buNone/>
                      </a:pPr>
                      <a:r>
                        <a:rPr lang="en-ZA" sz="1000" dirty="0">
                          <a:effectLst/>
                          <a:latin typeface="Avenir Next LT Pro" panose="020B0504020202020204" pitchFamily="34" charset="0"/>
                        </a:rPr>
                        <a:t>I.e. if they have requested funding for 3 years, please ensure the budget is complete for all 3 years</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extLst>
                  <a:ext uri="{0D108BD9-81ED-4DB2-BD59-A6C34878D82A}">
                    <a16:rowId xmlns:a16="http://schemas.microsoft.com/office/drawing/2014/main" val="1632816618"/>
                  </a:ext>
                </a:extLst>
              </a:tr>
              <a:tr h="223961">
                <a:tc>
                  <a:txBody>
                    <a:bodyPr/>
                    <a:lstStyle/>
                    <a:p>
                      <a:pPr>
                        <a:lnSpc>
                          <a:spcPct val="107000"/>
                        </a:lnSpc>
                        <a:spcAft>
                          <a:spcPts val="800"/>
                        </a:spcAft>
                        <a:buNone/>
                      </a:pPr>
                      <a:r>
                        <a:rPr lang="en-ZA" sz="1000" dirty="0">
                          <a:effectLst/>
                          <a:latin typeface="Avenir Next LT Pro" panose="020B0504020202020204" pitchFamily="34" charset="0"/>
                        </a:rPr>
                        <a:t>Are all 3 reference letter attachments correct and readable?</a:t>
                      </a:r>
                      <a:endParaRPr lang="en-ZA" sz="1000" dirty="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a:effectLst/>
                          <a:latin typeface="Avenir Next LT Pro" panose="020B0504020202020204" pitchFamily="34" charset="0"/>
                        </a:rPr>
                        <a:t>Reference forms (left hand panel)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“Open” </a:t>
                      </a:r>
                      <a:r>
                        <a:rPr lang="en-ZA" sz="1000">
                          <a:effectLst/>
                          <a:latin typeface="Avenir Next LT Pro" panose="020B0504020202020204" pitchFamily="34" charset="0"/>
                          <a:sym typeface="Wingdings" panose="05000000000000000000" pitchFamily="2" charset="2"/>
                        </a:rPr>
                        <a:t></a:t>
                      </a:r>
                      <a:r>
                        <a:rPr lang="en-ZA" sz="1000">
                          <a:effectLst/>
                          <a:latin typeface="Avenir Next LT Pro" panose="020B0504020202020204" pitchFamily="34" charset="0"/>
                        </a:rPr>
                        <a:t> click on document under “File name” to open</a:t>
                      </a:r>
                      <a:endParaRPr lang="en-ZA" sz="1000">
                        <a:effectLst/>
                        <a:latin typeface="Avenir Next LT Pro" panose="020B0504020202020204" pitchFamily="34" charset="0"/>
                        <a:ea typeface="Calibri" panose="020F0502020204030204" pitchFamily="34" charset="0"/>
                        <a:cs typeface="Times New Roman" panose="02020603050405020304" pitchFamily="18" charset="0"/>
                      </a:endParaRPr>
                    </a:p>
                  </a:txBody>
                  <a:tcPr marL="23828" marR="23828" marT="0" marB="0"/>
                </a:tc>
                <a:tc>
                  <a:txBody>
                    <a:bodyPr/>
                    <a:lstStyle/>
                    <a:p>
                      <a:pPr>
                        <a:lnSpc>
                          <a:spcPct val="107000"/>
                        </a:lnSpc>
                        <a:spcAft>
                          <a:spcPts val="800"/>
                        </a:spcAft>
                        <a:buNone/>
                      </a:pPr>
                      <a:r>
                        <a:rPr lang="en-ZA" sz="1000" dirty="0">
                          <a:effectLst/>
                          <a:latin typeface="Avenir Next LT Pro" panose="020B0504020202020204" pitchFamily="34" charset="0"/>
                        </a:rPr>
                        <a:t>Use the “Notes” function to communicate to the applicant</a:t>
                      </a:r>
                    </a:p>
                    <a:p>
                      <a:pPr>
                        <a:lnSpc>
                          <a:spcPct val="107000"/>
                        </a:lnSpc>
                        <a:spcAft>
                          <a:spcPts val="800"/>
                        </a:spcAft>
                        <a:buNone/>
                      </a:pPr>
                      <a:r>
                        <a:rPr lang="en-ZA" sz="1000" i="1" dirty="0">
                          <a:effectLst/>
                          <a:latin typeface="Avenir Next LT Pro" panose="020B0504020202020204" pitchFamily="34" charset="0"/>
                          <a:ea typeface="Calibri" panose="020F0502020204030204" pitchFamily="34" charset="0"/>
                          <a:cs typeface="Times New Roman" panose="02020603050405020304" pitchFamily="18" charset="0"/>
                        </a:rPr>
                        <a:t>BC note: this question is a repeat / slightly redundant to the top one but included for completeness. </a:t>
                      </a:r>
                    </a:p>
                  </a:txBody>
                  <a:tcPr marL="23828" marR="23828" marT="0" marB="0"/>
                </a:tc>
                <a:extLst>
                  <a:ext uri="{0D108BD9-81ED-4DB2-BD59-A6C34878D82A}">
                    <a16:rowId xmlns:a16="http://schemas.microsoft.com/office/drawing/2014/main" val="669802619"/>
                  </a:ext>
                </a:extLst>
              </a:tr>
            </a:tbl>
          </a:graphicData>
        </a:graphic>
      </p:graphicFrame>
      <p:sp>
        <p:nvSpPr>
          <p:cNvPr id="6" name="TextBox 5">
            <a:extLst>
              <a:ext uri="{FF2B5EF4-FFF2-40B4-BE49-F238E27FC236}">
                <a16:creationId xmlns:a16="http://schemas.microsoft.com/office/drawing/2014/main" id="{562422FA-A410-71DD-B297-606454B83817}"/>
              </a:ext>
            </a:extLst>
          </p:cNvPr>
          <p:cNvSpPr txBox="1"/>
          <p:nvPr/>
        </p:nvSpPr>
        <p:spPr>
          <a:xfrm>
            <a:off x="684000" y="710367"/>
            <a:ext cx="10823788" cy="1384995"/>
          </a:xfrm>
          <a:prstGeom prst="rect">
            <a:avLst/>
          </a:prstGeom>
          <a:noFill/>
        </p:spPr>
        <p:txBody>
          <a:bodyPr wrap="square" rtlCol="0">
            <a:spAutoFit/>
          </a:bodyPr>
          <a:lstStyle/>
          <a:p>
            <a:r>
              <a:rPr lang="en-ZA" sz="1200" dirty="0"/>
              <a:t>Students will not be able to submit unless all mandatory sections have been completed. Therefore, we don’t check text boxes for completeness and accuracy, but the focus here is </a:t>
            </a:r>
            <a:r>
              <a:rPr lang="en-ZA" sz="1200" b="1" dirty="0"/>
              <a:t>checking uploads </a:t>
            </a:r>
            <a:r>
              <a:rPr lang="en-ZA" sz="1200" dirty="0"/>
              <a:t>to ensure they are </a:t>
            </a:r>
            <a:r>
              <a:rPr lang="en-ZA" sz="1200" b="1" dirty="0"/>
              <a:t>correct</a:t>
            </a:r>
            <a:r>
              <a:rPr lang="en-ZA" sz="1200" dirty="0"/>
              <a:t>, and we are able to </a:t>
            </a:r>
            <a:r>
              <a:rPr lang="en-ZA" sz="1200" b="1" dirty="0"/>
              <a:t>download / open the document</a:t>
            </a:r>
            <a:r>
              <a:rPr lang="en-ZA" sz="1200" dirty="0"/>
              <a:t>.</a:t>
            </a:r>
          </a:p>
          <a:p>
            <a:r>
              <a:rPr lang="en-ZA" sz="1200" dirty="0"/>
              <a:t>The portal allows for 2 actions:</a:t>
            </a:r>
          </a:p>
          <a:p>
            <a:pPr marL="228600" indent="-228600">
              <a:buAutoNum type="arabicPeriod"/>
            </a:pPr>
            <a:r>
              <a:rPr lang="en-ZA" sz="1200" b="1" dirty="0"/>
              <a:t>Request revisions</a:t>
            </a:r>
            <a:r>
              <a:rPr lang="en-ZA" sz="1200" dirty="0"/>
              <a:t>: this sends the application back to the student so they can add / amend information. </a:t>
            </a:r>
          </a:p>
          <a:p>
            <a:pPr marL="228600" indent="-228600">
              <a:buAutoNum type="arabicPeriod"/>
            </a:pPr>
            <a:r>
              <a:rPr lang="en-ZA" sz="1200" dirty="0"/>
              <a:t>Write the student a </a:t>
            </a:r>
            <a:r>
              <a:rPr lang="en-ZA" sz="1200" b="1" dirty="0"/>
              <a:t>note:</a:t>
            </a:r>
            <a:r>
              <a:rPr lang="en-ZA" sz="1200" dirty="0"/>
              <a:t> this is done on the left hand activity panel (right at the top). This sends an email to the student and they are able to reply. Notes are used when we need to ask them a question, or remind them about something (usually reference letters), but it does not require the student to edit any info. </a:t>
            </a:r>
          </a:p>
        </p:txBody>
      </p:sp>
    </p:spTree>
    <p:extLst>
      <p:ext uri="{BB962C8B-B14F-4D97-AF65-F5344CB8AC3E}">
        <p14:creationId xmlns:p14="http://schemas.microsoft.com/office/powerpoint/2010/main" val="342959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7E9C28-86F3-C239-F216-A70D1D53A964}"/>
              </a:ext>
            </a:extLst>
          </p:cNvPr>
          <p:cNvSpPr>
            <a:spLocks noGrp="1"/>
          </p:cNvSpPr>
          <p:nvPr>
            <p:ph type="sldNum" sz="quarter" idx="10"/>
          </p:nvPr>
        </p:nvSpPr>
        <p:spPr/>
        <p:txBody>
          <a:bodyPr/>
          <a:lstStyle/>
          <a:p>
            <a:fld id="{303BB4E7-ECF0-48C2-8E8B-35EF4BB93775}" type="slidenum">
              <a:rPr lang="en-ZA" smtClean="0"/>
              <a:pPr/>
              <a:t>16</a:t>
            </a:fld>
            <a:endParaRPr lang="en-ZA" dirty="0"/>
          </a:p>
        </p:txBody>
      </p:sp>
      <p:sp>
        <p:nvSpPr>
          <p:cNvPr id="3" name="Text Placeholder 2">
            <a:extLst>
              <a:ext uri="{FF2B5EF4-FFF2-40B4-BE49-F238E27FC236}">
                <a16:creationId xmlns:a16="http://schemas.microsoft.com/office/drawing/2014/main" id="{8453B0FC-E77E-22B1-1846-5477C74FC6FD}"/>
              </a:ext>
            </a:extLst>
          </p:cNvPr>
          <p:cNvSpPr>
            <a:spLocks noGrp="1"/>
          </p:cNvSpPr>
          <p:nvPr>
            <p:ph type="body" sz="quarter" idx="13"/>
          </p:nvPr>
        </p:nvSpPr>
        <p:spPr/>
        <p:txBody>
          <a:bodyPr/>
          <a:lstStyle/>
          <a:p>
            <a:endParaRPr lang="en-ZA"/>
          </a:p>
        </p:txBody>
      </p:sp>
      <p:sp>
        <p:nvSpPr>
          <p:cNvPr id="4" name="Text Placeholder 3">
            <a:extLst>
              <a:ext uri="{FF2B5EF4-FFF2-40B4-BE49-F238E27FC236}">
                <a16:creationId xmlns:a16="http://schemas.microsoft.com/office/drawing/2014/main" id="{3FA6DC19-4EEF-920E-BFD5-76255DD625CB}"/>
              </a:ext>
            </a:extLst>
          </p:cNvPr>
          <p:cNvSpPr>
            <a:spLocks noGrp="1"/>
          </p:cNvSpPr>
          <p:nvPr>
            <p:ph type="body" sz="quarter" idx="14"/>
          </p:nvPr>
        </p:nvSpPr>
        <p:spPr/>
        <p:txBody>
          <a:bodyPr/>
          <a:lstStyle/>
          <a:p>
            <a:endParaRPr lang="en-ZA"/>
          </a:p>
        </p:txBody>
      </p:sp>
      <p:sp>
        <p:nvSpPr>
          <p:cNvPr id="5" name="Text Placeholder 4">
            <a:extLst>
              <a:ext uri="{FF2B5EF4-FFF2-40B4-BE49-F238E27FC236}">
                <a16:creationId xmlns:a16="http://schemas.microsoft.com/office/drawing/2014/main" id="{127E4B19-54AF-347B-63E2-38FDECB9B863}"/>
              </a:ext>
            </a:extLst>
          </p:cNvPr>
          <p:cNvSpPr>
            <a:spLocks noGrp="1"/>
          </p:cNvSpPr>
          <p:nvPr>
            <p:ph type="body" sz="quarter" idx="12"/>
          </p:nvPr>
        </p:nvSpPr>
        <p:spPr/>
        <p:txBody>
          <a:bodyPr>
            <a:normAutofit fontScale="92500" lnSpcReduction="20000"/>
          </a:bodyPr>
          <a:lstStyle/>
          <a:p>
            <a:r>
              <a:rPr lang="en-ZA" dirty="0"/>
              <a:t>August example</a:t>
            </a:r>
          </a:p>
        </p:txBody>
      </p:sp>
      <p:sp>
        <p:nvSpPr>
          <p:cNvPr id="6" name="Content Placeholder 5">
            <a:extLst>
              <a:ext uri="{FF2B5EF4-FFF2-40B4-BE49-F238E27FC236}">
                <a16:creationId xmlns:a16="http://schemas.microsoft.com/office/drawing/2014/main" id="{DE35CBED-ECF1-3A26-66D8-65D8AA922CAD}"/>
              </a:ext>
            </a:extLst>
          </p:cNvPr>
          <p:cNvSpPr>
            <a:spLocks noGrp="1"/>
          </p:cNvSpPr>
          <p:nvPr>
            <p:ph idx="1"/>
          </p:nvPr>
        </p:nvSpPr>
        <p:spPr>
          <a:xfrm>
            <a:off x="598275" y="1661504"/>
            <a:ext cx="3678450" cy="4497736"/>
          </a:xfrm>
        </p:spPr>
        <p:txBody>
          <a:bodyPr>
            <a:normAutofit/>
          </a:bodyPr>
          <a:lstStyle/>
          <a:p>
            <a:r>
              <a:rPr lang="en-ZA" sz="1200" dirty="0"/>
              <a:t>On the attached excel document, filter for status “not eligible” (column F) </a:t>
            </a:r>
          </a:p>
          <a:p>
            <a:r>
              <a:rPr lang="en-ZA" sz="1200" dirty="0"/>
              <a:t>Column N has the reason for ineligibility with typical reasons being:</a:t>
            </a:r>
          </a:p>
          <a:p>
            <a:pPr marL="285750" indent="-285750">
              <a:buFont typeface="Arial" panose="020B0604020202020204" pitchFamily="34" charset="0"/>
              <a:buChar char="•"/>
            </a:pPr>
            <a:r>
              <a:rPr lang="en-ZA" sz="1200" dirty="0"/>
              <a:t>Application incomplete (mainly due to references being missing – we will accept a minimum of 2 references)</a:t>
            </a:r>
          </a:p>
          <a:p>
            <a:pPr marL="285750" indent="-285750">
              <a:buFont typeface="Arial" panose="020B0604020202020204" pitchFamily="34" charset="0"/>
              <a:buChar char="•"/>
            </a:pPr>
            <a:r>
              <a:rPr lang="en-ZA" sz="1200" dirty="0"/>
              <a:t>Honours programme </a:t>
            </a:r>
          </a:p>
          <a:p>
            <a:pPr marL="285750" indent="-285750">
              <a:buFont typeface="Arial" panose="020B0604020202020204" pitchFamily="34" charset="0"/>
              <a:buChar char="•"/>
            </a:pPr>
            <a:r>
              <a:rPr lang="en-ZA" sz="1200" dirty="0"/>
              <a:t>Late – see timing rules </a:t>
            </a:r>
          </a:p>
          <a:p>
            <a:pPr marL="285750" indent="-285750">
              <a:buFont typeface="Arial" panose="020B0604020202020204" pitchFamily="34" charset="0"/>
              <a:buChar char="•"/>
            </a:pPr>
            <a:r>
              <a:rPr lang="en-ZA" sz="1200" dirty="0"/>
              <a:t>Topic N/A</a:t>
            </a:r>
          </a:p>
        </p:txBody>
      </p:sp>
      <p:pic>
        <p:nvPicPr>
          <p:cNvPr id="8" name="Picture 7">
            <a:extLst>
              <a:ext uri="{FF2B5EF4-FFF2-40B4-BE49-F238E27FC236}">
                <a16:creationId xmlns:a16="http://schemas.microsoft.com/office/drawing/2014/main" id="{C921F2C8-F30D-0ED7-A7AC-D3F212A8B77D}"/>
              </a:ext>
            </a:extLst>
          </p:cNvPr>
          <p:cNvPicPr>
            <a:picLocks noChangeAspect="1"/>
          </p:cNvPicPr>
          <p:nvPr/>
        </p:nvPicPr>
        <p:blipFill>
          <a:blip r:embed="rId2"/>
          <a:stretch>
            <a:fillRect/>
          </a:stretch>
        </p:blipFill>
        <p:spPr>
          <a:xfrm>
            <a:off x="2817802" y="1672253"/>
            <a:ext cx="8800126" cy="3842722"/>
          </a:xfrm>
          <a:prstGeom prst="rect">
            <a:avLst/>
          </a:prstGeom>
        </p:spPr>
      </p:pic>
      <p:cxnSp>
        <p:nvCxnSpPr>
          <p:cNvPr id="12" name="Straight Arrow Connector 11">
            <a:extLst>
              <a:ext uri="{FF2B5EF4-FFF2-40B4-BE49-F238E27FC236}">
                <a16:creationId xmlns:a16="http://schemas.microsoft.com/office/drawing/2014/main" id="{C4406B3D-B5CF-4123-2F82-E469630E917B}"/>
              </a:ext>
            </a:extLst>
          </p:cNvPr>
          <p:cNvCxnSpPr/>
          <p:nvPr/>
        </p:nvCxnSpPr>
        <p:spPr>
          <a:xfrm>
            <a:off x="5124450" y="2038350"/>
            <a:ext cx="0" cy="942975"/>
          </a:xfrm>
          <a:prstGeom prst="straightConnector1">
            <a:avLst/>
          </a:prstGeom>
          <a:ln>
            <a:solidFill>
              <a:srgbClr val="D9031E"/>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7C1091F-123A-3F7A-6070-B11047DF07BD}"/>
              </a:ext>
            </a:extLst>
          </p:cNvPr>
          <p:cNvCxnSpPr/>
          <p:nvPr/>
        </p:nvCxnSpPr>
        <p:spPr>
          <a:xfrm>
            <a:off x="8696325" y="2038350"/>
            <a:ext cx="0" cy="942975"/>
          </a:xfrm>
          <a:prstGeom prst="straightConnector1">
            <a:avLst/>
          </a:prstGeom>
          <a:ln>
            <a:solidFill>
              <a:srgbClr val="D9031E"/>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2830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22D86-C93B-4E90-0448-002B77D5AFEF}"/>
              </a:ext>
            </a:extLst>
          </p:cNvPr>
          <p:cNvSpPr>
            <a:spLocks noGrp="1"/>
          </p:cNvSpPr>
          <p:nvPr>
            <p:ph type="title"/>
          </p:nvPr>
        </p:nvSpPr>
        <p:spPr/>
        <p:txBody>
          <a:bodyPr/>
          <a:lstStyle/>
          <a:p>
            <a:r>
              <a:rPr lang="en-ZA" dirty="0"/>
              <a:t>Defining faculties</a:t>
            </a:r>
          </a:p>
        </p:txBody>
      </p:sp>
      <p:sp>
        <p:nvSpPr>
          <p:cNvPr id="3" name="Text Placeholder 2">
            <a:extLst>
              <a:ext uri="{FF2B5EF4-FFF2-40B4-BE49-F238E27FC236}">
                <a16:creationId xmlns:a16="http://schemas.microsoft.com/office/drawing/2014/main" id="{616D677B-D8FD-FC79-6A0C-F70181872F7F}"/>
              </a:ext>
            </a:extLst>
          </p:cNvPr>
          <p:cNvSpPr>
            <a:spLocks noGrp="1"/>
          </p:cNvSpPr>
          <p:nvPr>
            <p:ph type="body" idx="1"/>
          </p:nvPr>
        </p:nvSpPr>
        <p:spPr/>
        <p:txBody>
          <a:bodyPr/>
          <a:lstStyle/>
          <a:p>
            <a:endParaRPr lang="en-ZA"/>
          </a:p>
        </p:txBody>
      </p:sp>
    </p:spTree>
    <p:extLst>
      <p:ext uri="{BB962C8B-B14F-4D97-AF65-F5344CB8AC3E}">
        <p14:creationId xmlns:p14="http://schemas.microsoft.com/office/powerpoint/2010/main" val="3967651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D85E89-6CD7-2092-D5B2-2AAAD187B58E}"/>
              </a:ext>
            </a:extLst>
          </p:cNvPr>
          <p:cNvSpPr>
            <a:spLocks noGrp="1"/>
          </p:cNvSpPr>
          <p:nvPr>
            <p:ph type="sldNum" sz="quarter" idx="10"/>
          </p:nvPr>
        </p:nvSpPr>
        <p:spPr/>
        <p:txBody>
          <a:bodyPr/>
          <a:lstStyle/>
          <a:p>
            <a:fld id="{303BB4E7-ECF0-48C2-8E8B-35EF4BB93775}" type="slidenum">
              <a:rPr lang="en-ZA" smtClean="0"/>
              <a:pPr/>
              <a:t>18</a:t>
            </a:fld>
            <a:endParaRPr lang="en-ZA" dirty="0"/>
          </a:p>
        </p:txBody>
      </p:sp>
      <p:sp>
        <p:nvSpPr>
          <p:cNvPr id="3" name="Text Placeholder 2">
            <a:extLst>
              <a:ext uri="{FF2B5EF4-FFF2-40B4-BE49-F238E27FC236}">
                <a16:creationId xmlns:a16="http://schemas.microsoft.com/office/drawing/2014/main" id="{21D0907B-ECE9-29D8-C567-43775C154142}"/>
              </a:ext>
            </a:extLst>
          </p:cNvPr>
          <p:cNvSpPr>
            <a:spLocks noGrp="1"/>
          </p:cNvSpPr>
          <p:nvPr>
            <p:ph type="body" sz="quarter" idx="13"/>
          </p:nvPr>
        </p:nvSpPr>
        <p:spPr/>
        <p:txBody>
          <a:bodyPr/>
          <a:lstStyle/>
          <a:p>
            <a:endParaRPr lang="en-ZA"/>
          </a:p>
        </p:txBody>
      </p:sp>
      <p:sp>
        <p:nvSpPr>
          <p:cNvPr id="4" name="Text Placeholder 3">
            <a:extLst>
              <a:ext uri="{FF2B5EF4-FFF2-40B4-BE49-F238E27FC236}">
                <a16:creationId xmlns:a16="http://schemas.microsoft.com/office/drawing/2014/main" id="{F241CAD0-1D95-256F-A50A-8E55C076CB89}"/>
              </a:ext>
            </a:extLst>
          </p:cNvPr>
          <p:cNvSpPr>
            <a:spLocks noGrp="1"/>
          </p:cNvSpPr>
          <p:nvPr>
            <p:ph type="body" sz="quarter" idx="14"/>
          </p:nvPr>
        </p:nvSpPr>
        <p:spPr/>
        <p:txBody>
          <a:bodyPr/>
          <a:lstStyle/>
          <a:p>
            <a:endParaRPr lang="en-ZA"/>
          </a:p>
        </p:txBody>
      </p:sp>
      <p:sp>
        <p:nvSpPr>
          <p:cNvPr id="5" name="Text Placeholder 4">
            <a:extLst>
              <a:ext uri="{FF2B5EF4-FFF2-40B4-BE49-F238E27FC236}">
                <a16:creationId xmlns:a16="http://schemas.microsoft.com/office/drawing/2014/main" id="{A522624A-CC03-C31C-A2F5-2DB58785F281}"/>
              </a:ext>
            </a:extLst>
          </p:cNvPr>
          <p:cNvSpPr>
            <a:spLocks noGrp="1"/>
          </p:cNvSpPr>
          <p:nvPr>
            <p:ph type="body" sz="quarter" idx="12"/>
          </p:nvPr>
        </p:nvSpPr>
        <p:spPr/>
        <p:txBody>
          <a:bodyPr>
            <a:normAutofit fontScale="92500" lnSpcReduction="20000"/>
          </a:bodyPr>
          <a:lstStyle/>
          <a:p>
            <a:r>
              <a:rPr lang="en-ZA" dirty="0"/>
              <a:t>Batching faculties</a:t>
            </a:r>
          </a:p>
        </p:txBody>
      </p:sp>
      <p:sp>
        <p:nvSpPr>
          <p:cNvPr id="6" name="Content Placeholder 5">
            <a:extLst>
              <a:ext uri="{FF2B5EF4-FFF2-40B4-BE49-F238E27FC236}">
                <a16:creationId xmlns:a16="http://schemas.microsoft.com/office/drawing/2014/main" id="{1D4F062F-0BB9-EF01-E00A-C492BABD324F}"/>
              </a:ext>
            </a:extLst>
          </p:cNvPr>
          <p:cNvSpPr>
            <a:spLocks noGrp="1"/>
          </p:cNvSpPr>
          <p:nvPr>
            <p:ph idx="1"/>
          </p:nvPr>
        </p:nvSpPr>
        <p:spPr>
          <a:xfrm>
            <a:off x="682625" y="1600200"/>
            <a:ext cx="2486238" cy="4670347"/>
          </a:xfrm>
        </p:spPr>
        <p:txBody>
          <a:bodyPr>
            <a:normAutofit/>
          </a:bodyPr>
          <a:lstStyle/>
          <a:p>
            <a:r>
              <a:rPr lang="en-ZA" dirty="0"/>
              <a:t>Students self-select their faculty when completing their application. </a:t>
            </a:r>
          </a:p>
          <a:p>
            <a:r>
              <a:rPr lang="en-ZA" dirty="0"/>
              <a:t>Many universities view these groupings differently, so we usually go through these manually, looking at the </a:t>
            </a:r>
            <a:r>
              <a:rPr lang="en-ZA" b="1" dirty="0"/>
              <a:t>study choice and topic </a:t>
            </a:r>
            <a:r>
              <a:rPr lang="en-ZA" dirty="0"/>
              <a:t>and batch them accordingly. </a:t>
            </a:r>
          </a:p>
          <a:p>
            <a:r>
              <a:rPr lang="en-ZA" dirty="0"/>
              <a:t>This is done to ensure the most appropriate reviewer adjudicates the application. </a:t>
            </a:r>
          </a:p>
          <a:p>
            <a:r>
              <a:rPr lang="en-ZA" dirty="0"/>
              <a:t>I have included typical topics to demonstrate how we do this. </a:t>
            </a:r>
          </a:p>
          <a:p>
            <a:r>
              <a:rPr lang="en-ZA" dirty="0"/>
              <a:t>More detail is included in the excel example. </a:t>
            </a:r>
          </a:p>
          <a:p>
            <a:r>
              <a:rPr lang="en-ZA" dirty="0"/>
              <a:t>I usually export the study choice / topic information using the </a:t>
            </a:r>
            <a:r>
              <a:rPr lang="en-US" b="1" dirty="0"/>
              <a:t>Bailey – start date, topic, institution, budget, duration </a:t>
            </a:r>
            <a:r>
              <a:rPr lang="en-US" dirty="0"/>
              <a:t>filter – see slide above </a:t>
            </a:r>
            <a:endParaRPr lang="en-ZA" dirty="0"/>
          </a:p>
        </p:txBody>
      </p:sp>
      <p:graphicFrame>
        <p:nvGraphicFramePr>
          <p:cNvPr id="8" name="Content Placeholder 4">
            <a:extLst>
              <a:ext uri="{FF2B5EF4-FFF2-40B4-BE49-F238E27FC236}">
                <a16:creationId xmlns:a16="http://schemas.microsoft.com/office/drawing/2014/main" id="{FB9BA2DC-BB80-EF82-01B1-50CBF594F294}"/>
              </a:ext>
            </a:extLst>
          </p:cNvPr>
          <p:cNvGraphicFramePr>
            <a:graphicFrameLocks noGrp="1"/>
          </p:cNvGraphicFramePr>
          <p:nvPr>
            <p:ph type="tbl" sz="quarter" idx="16"/>
            <p:extLst>
              <p:ext uri="{D42A27DB-BD31-4B8C-83A1-F6EECF244321}">
                <p14:modId xmlns:p14="http://schemas.microsoft.com/office/powerpoint/2010/main" val="1526595421"/>
              </p:ext>
            </p:extLst>
          </p:nvPr>
        </p:nvGraphicFramePr>
        <p:xfrm>
          <a:off x="3419582" y="1167687"/>
          <a:ext cx="5822949" cy="5102860"/>
        </p:xfrm>
        <a:graphic>
          <a:graphicData uri="http://schemas.openxmlformats.org/drawingml/2006/table">
            <a:tbl>
              <a:tblPr firstRow="1" bandRow="1">
                <a:tableStyleId>{5A111915-BE36-4E01-A7E5-04B1672EAD32}</a:tableStyleId>
              </a:tblPr>
              <a:tblGrid>
                <a:gridCol w="1860549">
                  <a:extLst>
                    <a:ext uri="{9D8B030D-6E8A-4147-A177-3AD203B41FA5}">
                      <a16:colId xmlns:a16="http://schemas.microsoft.com/office/drawing/2014/main" val="2112634794"/>
                    </a:ext>
                  </a:extLst>
                </a:gridCol>
                <a:gridCol w="3962400">
                  <a:extLst>
                    <a:ext uri="{9D8B030D-6E8A-4147-A177-3AD203B41FA5}">
                      <a16:colId xmlns:a16="http://schemas.microsoft.com/office/drawing/2014/main" val="1783734213"/>
                    </a:ext>
                  </a:extLst>
                </a:gridCol>
              </a:tblGrid>
              <a:tr h="370840">
                <a:tc>
                  <a:txBody>
                    <a:bodyPr/>
                    <a:lstStyle/>
                    <a:p>
                      <a:r>
                        <a:rPr lang="en-ZA" sz="1050" dirty="0"/>
                        <a:t>Faculty</a:t>
                      </a:r>
                    </a:p>
                  </a:txBody>
                  <a:tcPr/>
                </a:tc>
                <a:tc>
                  <a:txBody>
                    <a:bodyPr/>
                    <a:lstStyle/>
                    <a:p>
                      <a:r>
                        <a:rPr lang="en-ZA" sz="1050" dirty="0"/>
                        <a:t>Typical topics</a:t>
                      </a:r>
                    </a:p>
                  </a:txBody>
                  <a:tcPr/>
                </a:tc>
                <a:extLst>
                  <a:ext uri="{0D108BD9-81ED-4DB2-BD59-A6C34878D82A}">
                    <a16:rowId xmlns:a16="http://schemas.microsoft.com/office/drawing/2014/main" val="3483765808"/>
                  </a:ext>
                </a:extLst>
              </a:tr>
              <a:tr h="370840">
                <a:tc>
                  <a:txBody>
                    <a:bodyPr/>
                    <a:lstStyle/>
                    <a:p>
                      <a:r>
                        <a:rPr lang="en-ZA" sz="1050" b="1" dirty="0"/>
                        <a:t>Applied Sciences</a:t>
                      </a:r>
                    </a:p>
                  </a:txBody>
                  <a:tcPr/>
                </a:tc>
                <a:tc>
                  <a:txBody>
                    <a:bodyPr/>
                    <a:lstStyle/>
                    <a:p>
                      <a:r>
                        <a:rPr lang="en-US" sz="1050" dirty="0"/>
                        <a:t>Chemistry </a:t>
                      </a:r>
                    </a:p>
                    <a:p>
                      <a:r>
                        <a:rPr lang="en-US" sz="1050" dirty="0"/>
                        <a:t>Physics </a:t>
                      </a:r>
                    </a:p>
                    <a:p>
                      <a:r>
                        <a:rPr lang="en-US" sz="1050" dirty="0" err="1"/>
                        <a:t>Maths</a:t>
                      </a:r>
                      <a:r>
                        <a:rPr lang="en-US" sz="1050" dirty="0"/>
                        <a:t> and Applied </a:t>
                      </a:r>
                      <a:r>
                        <a:rPr lang="en-US" sz="1050" dirty="0" err="1"/>
                        <a:t>Maths</a:t>
                      </a:r>
                      <a:r>
                        <a:rPr lang="en-US" sz="1050" dirty="0"/>
                        <a:t> </a:t>
                      </a:r>
                    </a:p>
                    <a:p>
                      <a:r>
                        <a:rPr lang="en-US" sz="1050" dirty="0"/>
                        <a:t>Data Science, AI, Machine Learning</a:t>
                      </a:r>
                    </a:p>
                  </a:txBody>
                  <a:tcPr/>
                </a:tc>
                <a:extLst>
                  <a:ext uri="{0D108BD9-81ED-4DB2-BD59-A6C34878D82A}">
                    <a16:rowId xmlns:a16="http://schemas.microsoft.com/office/drawing/2014/main" val="2466810598"/>
                  </a:ext>
                </a:extLst>
              </a:tr>
              <a:tr h="370840">
                <a:tc>
                  <a:txBody>
                    <a:bodyPr/>
                    <a:lstStyle/>
                    <a:p>
                      <a:r>
                        <a:rPr lang="en-ZA" sz="1050" b="1" dirty="0"/>
                        <a:t>Commerce</a:t>
                      </a:r>
                    </a:p>
                  </a:txBody>
                  <a:tcPr/>
                </a:tc>
                <a:tc>
                  <a:txBody>
                    <a:bodyPr/>
                    <a:lstStyle/>
                    <a:p>
                      <a:r>
                        <a:rPr lang="en-US" sz="1050" dirty="0"/>
                        <a:t>Development Finance </a:t>
                      </a:r>
                    </a:p>
                    <a:p>
                      <a:r>
                        <a:rPr lang="en-US" sz="1050" dirty="0"/>
                        <a:t>Economics (usually with a development lens)</a:t>
                      </a:r>
                    </a:p>
                  </a:txBody>
                  <a:tcPr/>
                </a:tc>
                <a:extLst>
                  <a:ext uri="{0D108BD9-81ED-4DB2-BD59-A6C34878D82A}">
                    <a16:rowId xmlns:a16="http://schemas.microsoft.com/office/drawing/2014/main" val="1562899566"/>
                  </a:ext>
                </a:extLst>
              </a:tr>
              <a:tr h="356313">
                <a:tc>
                  <a:txBody>
                    <a:bodyPr/>
                    <a:lstStyle/>
                    <a:p>
                      <a:r>
                        <a:rPr lang="en-ZA" sz="1050" b="1" dirty="0"/>
                        <a:t>Engineering &amp; the Built Environment</a:t>
                      </a:r>
                    </a:p>
                  </a:txBody>
                  <a:tcPr/>
                </a:tc>
                <a:tc>
                  <a:txBody>
                    <a:bodyPr/>
                    <a:lstStyle/>
                    <a:p>
                      <a:r>
                        <a:rPr lang="en-US" sz="1050" dirty="0"/>
                        <a:t>Engineering </a:t>
                      </a:r>
                    </a:p>
                    <a:p>
                      <a:r>
                        <a:rPr lang="en-US" sz="1050" dirty="0"/>
                        <a:t>Architecture </a:t>
                      </a:r>
                    </a:p>
                    <a:p>
                      <a:r>
                        <a:rPr lang="en-US" sz="1050" dirty="0"/>
                        <a:t>Built Environment </a:t>
                      </a:r>
                    </a:p>
                  </a:txBody>
                  <a:tcPr/>
                </a:tc>
                <a:extLst>
                  <a:ext uri="{0D108BD9-81ED-4DB2-BD59-A6C34878D82A}">
                    <a16:rowId xmlns:a16="http://schemas.microsoft.com/office/drawing/2014/main" val="3458575305"/>
                  </a:ext>
                </a:extLst>
              </a:tr>
              <a:tr h="370840">
                <a:tc>
                  <a:txBody>
                    <a:bodyPr/>
                    <a:lstStyle/>
                    <a:p>
                      <a:r>
                        <a:rPr lang="en-ZA" sz="1050" b="1" dirty="0"/>
                        <a:t>Health Sciences</a:t>
                      </a:r>
                    </a:p>
                  </a:txBody>
                  <a:tcPr/>
                </a:tc>
                <a:tc>
                  <a:txBody>
                    <a:bodyPr/>
                    <a:lstStyle/>
                    <a:p>
                      <a:r>
                        <a:rPr lang="en-ZA" sz="1050" dirty="0"/>
                        <a:t>Public Health </a:t>
                      </a:r>
                    </a:p>
                    <a:p>
                      <a:r>
                        <a:rPr lang="en-ZA" sz="1050" dirty="0"/>
                        <a:t>Pharmacy </a:t>
                      </a:r>
                    </a:p>
                    <a:p>
                      <a:r>
                        <a:rPr lang="en-ZA" sz="1050" dirty="0"/>
                        <a:t>Human element (as opposed to plants)</a:t>
                      </a:r>
                    </a:p>
                  </a:txBody>
                  <a:tcPr/>
                </a:tc>
                <a:extLst>
                  <a:ext uri="{0D108BD9-81ED-4DB2-BD59-A6C34878D82A}">
                    <a16:rowId xmlns:a16="http://schemas.microsoft.com/office/drawing/2014/main" val="1785544451"/>
                  </a:ext>
                </a:extLst>
              </a:tr>
              <a:tr h="370840">
                <a:tc>
                  <a:txBody>
                    <a:bodyPr/>
                    <a:lstStyle/>
                    <a:p>
                      <a:r>
                        <a:rPr lang="en-ZA" sz="1050" b="1" dirty="0"/>
                        <a:t>Humanities / Social Sciences</a:t>
                      </a:r>
                    </a:p>
                  </a:txBody>
                  <a:tcPr/>
                </a:tc>
                <a:tc>
                  <a:txBody>
                    <a:bodyPr/>
                    <a:lstStyle/>
                    <a:p>
                      <a:r>
                        <a:rPr lang="en-ZA" sz="1050" dirty="0"/>
                        <a:t>Education </a:t>
                      </a:r>
                    </a:p>
                    <a:p>
                      <a:r>
                        <a:rPr lang="en-ZA" sz="1050" dirty="0"/>
                        <a:t>Philosophy </a:t>
                      </a:r>
                    </a:p>
                    <a:p>
                      <a:r>
                        <a:rPr lang="en-ZA" sz="1050" dirty="0"/>
                        <a:t>Politics </a:t>
                      </a:r>
                    </a:p>
                  </a:txBody>
                  <a:tcPr/>
                </a:tc>
                <a:extLst>
                  <a:ext uri="{0D108BD9-81ED-4DB2-BD59-A6C34878D82A}">
                    <a16:rowId xmlns:a16="http://schemas.microsoft.com/office/drawing/2014/main" val="1247569674"/>
                  </a:ext>
                </a:extLst>
              </a:tr>
              <a:tr h="370840">
                <a:tc>
                  <a:txBody>
                    <a:bodyPr/>
                    <a:lstStyle/>
                    <a:p>
                      <a:r>
                        <a:rPr lang="en-ZA" sz="1050" b="1" dirty="0"/>
                        <a:t>Law</a:t>
                      </a:r>
                    </a:p>
                  </a:txBody>
                  <a:tcPr/>
                </a:tc>
                <a:tc>
                  <a:txBody>
                    <a:bodyPr/>
                    <a:lstStyle/>
                    <a:p>
                      <a:r>
                        <a:rPr lang="en-US" sz="1050" dirty="0"/>
                        <a:t>Human Rights </a:t>
                      </a:r>
                    </a:p>
                    <a:p>
                      <a:r>
                        <a:rPr lang="en-US" sz="1050" dirty="0"/>
                        <a:t>Public interest </a:t>
                      </a:r>
                    </a:p>
                    <a:p>
                      <a:r>
                        <a:rPr lang="en-US" sz="1050" dirty="0"/>
                        <a:t>Climate / conservation</a:t>
                      </a:r>
                    </a:p>
                  </a:txBody>
                  <a:tcPr/>
                </a:tc>
                <a:extLst>
                  <a:ext uri="{0D108BD9-81ED-4DB2-BD59-A6C34878D82A}">
                    <a16:rowId xmlns:a16="http://schemas.microsoft.com/office/drawing/2014/main" val="1210823155"/>
                  </a:ext>
                </a:extLst>
              </a:tr>
              <a:tr h="370840">
                <a:tc>
                  <a:txBody>
                    <a:bodyPr/>
                    <a:lstStyle/>
                    <a:p>
                      <a:r>
                        <a:rPr lang="en-ZA" sz="1050" b="1" dirty="0"/>
                        <a:t>Natural Sciences</a:t>
                      </a:r>
                    </a:p>
                  </a:txBody>
                  <a:tcPr/>
                </a:tc>
                <a:tc>
                  <a:txBody>
                    <a:bodyPr/>
                    <a:lstStyle/>
                    <a:p>
                      <a:r>
                        <a:rPr lang="en-ZA" sz="1050" dirty="0"/>
                        <a:t>Zoology </a:t>
                      </a:r>
                    </a:p>
                    <a:p>
                      <a:r>
                        <a:rPr lang="en-ZA" sz="1050" dirty="0"/>
                        <a:t>Climate change / conservation</a:t>
                      </a:r>
                    </a:p>
                    <a:p>
                      <a:r>
                        <a:rPr lang="en-ZA" sz="1050" dirty="0"/>
                        <a:t>Animal Sciences </a:t>
                      </a:r>
                    </a:p>
                    <a:p>
                      <a:r>
                        <a:rPr lang="en-ZA" sz="1050" dirty="0"/>
                        <a:t>Plant Sciences </a:t>
                      </a:r>
                    </a:p>
                  </a:txBody>
                  <a:tcPr/>
                </a:tc>
                <a:extLst>
                  <a:ext uri="{0D108BD9-81ED-4DB2-BD59-A6C34878D82A}">
                    <a16:rowId xmlns:a16="http://schemas.microsoft.com/office/drawing/2014/main" val="1574375198"/>
                  </a:ext>
                </a:extLst>
              </a:tr>
              <a:tr h="370840">
                <a:tc>
                  <a:txBody>
                    <a:bodyPr/>
                    <a:lstStyle/>
                    <a:p>
                      <a:r>
                        <a:rPr lang="en-ZA" sz="1050" b="1" dirty="0"/>
                        <a:t>Performing &amp; Creative Arts</a:t>
                      </a:r>
                    </a:p>
                    <a:p>
                      <a:r>
                        <a:rPr lang="en-ZA" sz="1050" b="0" i="1" dirty="0"/>
                        <a:t>(Must have performing lens)</a:t>
                      </a:r>
                    </a:p>
                  </a:txBody>
                  <a:tcPr/>
                </a:tc>
                <a:tc>
                  <a:txBody>
                    <a:bodyPr/>
                    <a:lstStyle/>
                    <a:p>
                      <a:r>
                        <a:rPr lang="en-ZA" sz="1050" dirty="0"/>
                        <a:t>Music </a:t>
                      </a:r>
                    </a:p>
                    <a:p>
                      <a:r>
                        <a:rPr lang="en-ZA" sz="1050" dirty="0"/>
                        <a:t>Theatre &amp; Performance (Drama, Dance)</a:t>
                      </a:r>
                    </a:p>
                    <a:p>
                      <a:r>
                        <a:rPr lang="en-ZA" sz="1050" dirty="0"/>
                        <a:t>Visual and Creative Arts </a:t>
                      </a:r>
                    </a:p>
                  </a:txBody>
                  <a:tcPr/>
                </a:tc>
                <a:extLst>
                  <a:ext uri="{0D108BD9-81ED-4DB2-BD59-A6C34878D82A}">
                    <a16:rowId xmlns:a16="http://schemas.microsoft.com/office/drawing/2014/main" val="2540747868"/>
                  </a:ext>
                </a:extLst>
              </a:tr>
            </a:tbl>
          </a:graphicData>
        </a:graphic>
      </p:graphicFrame>
      <p:sp>
        <p:nvSpPr>
          <p:cNvPr id="9" name="Content Placeholder 5">
            <a:extLst>
              <a:ext uri="{FF2B5EF4-FFF2-40B4-BE49-F238E27FC236}">
                <a16:creationId xmlns:a16="http://schemas.microsoft.com/office/drawing/2014/main" id="{8CA4A95F-1C2E-9534-E087-71EB7E355567}"/>
              </a:ext>
            </a:extLst>
          </p:cNvPr>
          <p:cNvSpPr txBox="1">
            <a:spLocks/>
          </p:cNvSpPr>
          <p:nvPr/>
        </p:nvSpPr>
        <p:spPr>
          <a:xfrm>
            <a:off x="9493250" y="2301227"/>
            <a:ext cx="2486238" cy="2863844"/>
          </a:xfrm>
          <a:prstGeom prst="rect">
            <a:avLst/>
          </a:prstGeom>
          <a:ln w="6350">
            <a:solidFill>
              <a:schemeClr val="accent5"/>
            </a:solidFill>
          </a:ln>
        </p:spPr>
        <p:txBody>
          <a:bodyPr vert="horz" lIns="91440" tIns="45720" rIns="91440" bIns="45720" rtlCol="0">
            <a:normAutofit/>
          </a:bodyPr>
          <a:lstStyle>
            <a:lvl1pPr marL="0" indent="0" algn="l" defTabSz="914400" rtl="0" eaLnBrk="1" latinLnBrk="0" hangingPunct="1">
              <a:lnSpc>
                <a:spcPct val="100000"/>
              </a:lnSpc>
              <a:spcBef>
                <a:spcPts val="1000"/>
              </a:spcBef>
              <a:buClr>
                <a:schemeClr val="tx2"/>
              </a:buClr>
              <a:buSzPct val="120000"/>
              <a:buFont typeface="Wingdings" panose="05000000000000000000" pitchFamily="2" charset="2"/>
              <a:buNone/>
              <a:defRPr sz="1200" kern="1200">
                <a:solidFill>
                  <a:schemeClr val="tx1"/>
                </a:solidFill>
                <a:latin typeface="+mn-lt"/>
                <a:ea typeface="+mn-ea"/>
                <a:cs typeface="+mn-cs"/>
              </a:defRPr>
            </a:lvl1pPr>
            <a:lvl2pPr marL="219075" indent="0" algn="l" defTabSz="914400" rtl="0" eaLnBrk="1" latinLnBrk="0" hangingPunct="1">
              <a:lnSpc>
                <a:spcPct val="100000"/>
              </a:lnSpc>
              <a:spcBef>
                <a:spcPts val="500"/>
              </a:spcBef>
              <a:buClr>
                <a:schemeClr val="tx2"/>
              </a:buClr>
              <a:buFont typeface="Wingdings" panose="05000000000000000000" pitchFamily="2" charset="2"/>
              <a:buNone/>
              <a:defRPr sz="1400" kern="1200">
                <a:solidFill>
                  <a:schemeClr val="tx1"/>
                </a:solidFill>
                <a:latin typeface="+mn-lt"/>
                <a:ea typeface="+mn-ea"/>
                <a:cs typeface="+mn-cs"/>
              </a:defRPr>
            </a:lvl2pPr>
            <a:lvl3pPr marL="215900" indent="0" algn="l" defTabSz="914400" rtl="0" eaLnBrk="1" latinLnBrk="0" hangingPunct="1">
              <a:lnSpc>
                <a:spcPct val="100000"/>
              </a:lnSpc>
              <a:spcBef>
                <a:spcPts val="500"/>
              </a:spcBef>
              <a:buClr>
                <a:schemeClr val="tx2"/>
              </a:buClr>
              <a:buFont typeface="Wingdings" panose="05000000000000000000" pitchFamily="2" charset="2"/>
              <a:buNone/>
              <a:defRPr sz="1400" kern="1200">
                <a:solidFill>
                  <a:schemeClr val="tx1"/>
                </a:solidFill>
                <a:latin typeface="+mn-lt"/>
                <a:ea typeface="+mn-ea"/>
                <a:cs typeface="+mn-cs"/>
              </a:defRPr>
            </a:lvl3pPr>
            <a:lvl4pPr marL="534988" indent="-228600" algn="l" defTabSz="914400" rtl="0" eaLnBrk="1" latinLnBrk="0" hangingPunct="1">
              <a:lnSpc>
                <a:spcPct val="100000"/>
              </a:lnSpc>
              <a:spcBef>
                <a:spcPts val="500"/>
              </a:spcBef>
              <a:buClr>
                <a:schemeClr val="tx2"/>
              </a:buClr>
              <a:buFont typeface="Wingdings" panose="05000000000000000000" pitchFamily="2" charset="2"/>
              <a:buChar char="§"/>
              <a:defRPr sz="1400" kern="1200">
                <a:solidFill>
                  <a:schemeClr val="tx1"/>
                </a:solidFill>
                <a:latin typeface="+mn-lt"/>
                <a:ea typeface="+mn-ea"/>
                <a:cs typeface="+mn-cs"/>
              </a:defRPr>
            </a:lvl4pPr>
            <a:lvl5pPr marL="62547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dirty="0"/>
              <a:t>There can often be confusion between Health and Natural Sciences. </a:t>
            </a:r>
          </a:p>
          <a:p>
            <a:r>
              <a:rPr lang="en-ZA" dirty="0"/>
              <a:t>Health we include topics with human focus. Natural will include topics with plant focus. </a:t>
            </a:r>
          </a:p>
          <a:p>
            <a:r>
              <a:rPr lang="en-ZA" dirty="0"/>
              <a:t>Chemistry and Physics is allocated to Applied Sciences </a:t>
            </a:r>
          </a:p>
          <a:p>
            <a:r>
              <a:rPr lang="en-ZA" dirty="0"/>
              <a:t>Performing Arts must have a performing lens. Theoretical / more research focused topics are usually allocated to Humanities / Social Sciences </a:t>
            </a:r>
          </a:p>
        </p:txBody>
      </p:sp>
    </p:spTree>
    <p:extLst>
      <p:ext uri="{BB962C8B-B14F-4D97-AF65-F5344CB8AC3E}">
        <p14:creationId xmlns:p14="http://schemas.microsoft.com/office/powerpoint/2010/main" val="740391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A151E2-F164-469D-F587-F66C0BD68D4F}"/>
              </a:ext>
            </a:extLst>
          </p:cNvPr>
          <p:cNvSpPr>
            <a:spLocks noGrp="1"/>
          </p:cNvSpPr>
          <p:nvPr>
            <p:ph type="sldNum" sz="quarter" idx="10"/>
          </p:nvPr>
        </p:nvSpPr>
        <p:spPr/>
        <p:txBody>
          <a:bodyPr/>
          <a:lstStyle/>
          <a:p>
            <a:fld id="{303BB4E7-ECF0-48C2-8E8B-35EF4BB93775}" type="slidenum">
              <a:rPr lang="en-ZA" smtClean="0"/>
              <a:pPr/>
              <a:t>19</a:t>
            </a:fld>
            <a:endParaRPr lang="en-ZA" dirty="0"/>
          </a:p>
        </p:txBody>
      </p:sp>
      <p:sp>
        <p:nvSpPr>
          <p:cNvPr id="3" name="Text Placeholder 2">
            <a:extLst>
              <a:ext uri="{FF2B5EF4-FFF2-40B4-BE49-F238E27FC236}">
                <a16:creationId xmlns:a16="http://schemas.microsoft.com/office/drawing/2014/main" id="{B7DEE4BD-C14C-3B54-CB9D-D53187AE096F}"/>
              </a:ext>
            </a:extLst>
          </p:cNvPr>
          <p:cNvSpPr>
            <a:spLocks noGrp="1"/>
          </p:cNvSpPr>
          <p:nvPr>
            <p:ph type="body" sz="quarter" idx="13"/>
          </p:nvPr>
        </p:nvSpPr>
        <p:spPr/>
        <p:txBody>
          <a:bodyPr/>
          <a:lstStyle/>
          <a:p>
            <a:endParaRPr lang="en-ZA"/>
          </a:p>
        </p:txBody>
      </p:sp>
      <p:sp>
        <p:nvSpPr>
          <p:cNvPr id="4" name="Text Placeholder 3">
            <a:extLst>
              <a:ext uri="{FF2B5EF4-FFF2-40B4-BE49-F238E27FC236}">
                <a16:creationId xmlns:a16="http://schemas.microsoft.com/office/drawing/2014/main" id="{253ADEDE-1137-4461-3288-9D0487CA0770}"/>
              </a:ext>
            </a:extLst>
          </p:cNvPr>
          <p:cNvSpPr>
            <a:spLocks noGrp="1"/>
          </p:cNvSpPr>
          <p:nvPr>
            <p:ph type="body" sz="quarter" idx="14"/>
          </p:nvPr>
        </p:nvSpPr>
        <p:spPr/>
        <p:txBody>
          <a:bodyPr/>
          <a:lstStyle/>
          <a:p>
            <a:endParaRPr lang="en-ZA"/>
          </a:p>
        </p:txBody>
      </p:sp>
      <p:sp>
        <p:nvSpPr>
          <p:cNvPr id="5" name="Text Placeholder 4">
            <a:extLst>
              <a:ext uri="{FF2B5EF4-FFF2-40B4-BE49-F238E27FC236}">
                <a16:creationId xmlns:a16="http://schemas.microsoft.com/office/drawing/2014/main" id="{63BF341F-DE60-546A-7ECF-6FEB6AD57C2C}"/>
              </a:ext>
            </a:extLst>
          </p:cNvPr>
          <p:cNvSpPr>
            <a:spLocks noGrp="1"/>
          </p:cNvSpPr>
          <p:nvPr>
            <p:ph type="body" sz="quarter" idx="12"/>
          </p:nvPr>
        </p:nvSpPr>
        <p:spPr/>
        <p:txBody>
          <a:bodyPr>
            <a:normAutofit fontScale="92500" lnSpcReduction="20000"/>
          </a:bodyPr>
          <a:lstStyle/>
          <a:p>
            <a:r>
              <a:rPr lang="en-ZA" dirty="0"/>
              <a:t>AUGUST EXAMPLE</a:t>
            </a:r>
          </a:p>
        </p:txBody>
      </p:sp>
      <p:sp>
        <p:nvSpPr>
          <p:cNvPr id="6" name="Content Placeholder 5">
            <a:extLst>
              <a:ext uri="{FF2B5EF4-FFF2-40B4-BE49-F238E27FC236}">
                <a16:creationId xmlns:a16="http://schemas.microsoft.com/office/drawing/2014/main" id="{AAA64CAE-FB4F-1D40-C3FE-C526FD9B40CC}"/>
              </a:ext>
            </a:extLst>
          </p:cNvPr>
          <p:cNvSpPr>
            <a:spLocks noGrp="1"/>
          </p:cNvSpPr>
          <p:nvPr>
            <p:ph idx="1"/>
          </p:nvPr>
        </p:nvSpPr>
        <p:spPr>
          <a:xfrm>
            <a:off x="684000" y="2033671"/>
            <a:ext cx="4364250" cy="4143291"/>
          </a:xfrm>
        </p:spPr>
        <p:txBody>
          <a:bodyPr/>
          <a:lstStyle/>
          <a:p>
            <a:r>
              <a:rPr lang="en-ZA" dirty="0"/>
              <a:t>In the August call excel doc, you will see the OMT faculty in column K and the original faculty in column L to compare the differences</a:t>
            </a:r>
          </a:p>
          <a:p>
            <a:r>
              <a:rPr lang="en-ZA" dirty="0"/>
              <a:t>Use the study choice and Topic to assist you here </a:t>
            </a:r>
            <a:r>
              <a:rPr lang="en-ZA" b="1" dirty="0"/>
              <a:t>(columns Q and R)</a:t>
            </a:r>
          </a:p>
        </p:txBody>
      </p:sp>
      <p:pic>
        <p:nvPicPr>
          <p:cNvPr id="8" name="Picture 7">
            <a:extLst>
              <a:ext uri="{FF2B5EF4-FFF2-40B4-BE49-F238E27FC236}">
                <a16:creationId xmlns:a16="http://schemas.microsoft.com/office/drawing/2014/main" id="{C9CCD530-DF17-0FF5-7282-C00B6A2CEE07}"/>
              </a:ext>
            </a:extLst>
          </p:cNvPr>
          <p:cNvPicPr>
            <a:picLocks noChangeAspect="1"/>
          </p:cNvPicPr>
          <p:nvPr/>
        </p:nvPicPr>
        <p:blipFill>
          <a:blip r:embed="rId2"/>
          <a:stretch>
            <a:fillRect/>
          </a:stretch>
        </p:blipFill>
        <p:spPr>
          <a:xfrm>
            <a:off x="2986689" y="1811605"/>
            <a:ext cx="8700486" cy="3468269"/>
          </a:xfrm>
          <a:prstGeom prst="rect">
            <a:avLst/>
          </a:prstGeom>
        </p:spPr>
      </p:pic>
      <p:cxnSp>
        <p:nvCxnSpPr>
          <p:cNvPr id="9" name="Straight Arrow Connector 8">
            <a:extLst>
              <a:ext uri="{FF2B5EF4-FFF2-40B4-BE49-F238E27FC236}">
                <a16:creationId xmlns:a16="http://schemas.microsoft.com/office/drawing/2014/main" id="{38CE15E8-1508-0EF4-0CB4-0C9A849519E6}"/>
              </a:ext>
            </a:extLst>
          </p:cNvPr>
          <p:cNvCxnSpPr/>
          <p:nvPr/>
        </p:nvCxnSpPr>
        <p:spPr>
          <a:xfrm>
            <a:off x="7934325" y="2190750"/>
            <a:ext cx="0" cy="942975"/>
          </a:xfrm>
          <a:prstGeom prst="straightConnector1">
            <a:avLst/>
          </a:prstGeom>
          <a:ln>
            <a:solidFill>
              <a:srgbClr val="D9031E"/>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8CF06B0-C3E5-E110-5DCE-E21D7DBC1CF8}"/>
              </a:ext>
            </a:extLst>
          </p:cNvPr>
          <p:cNvCxnSpPr/>
          <p:nvPr/>
        </p:nvCxnSpPr>
        <p:spPr>
          <a:xfrm>
            <a:off x="10115550" y="2190750"/>
            <a:ext cx="0" cy="942975"/>
          </a:xfrm>
          <a:prstGeom prst="straightConnector1">
            <a:avLst/>
          </a:prstGeom>
          <a:ln>
            <a:solidFill>
              <a:srgbClr val="D9031E"/>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2574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D8A49-77AF-3675-CCAE-101004EBAC73}"/>
              </a:ext>
            </a:extLst>
          </p:cNvPr>
          <p:cNvSpPr>
            <a:spLocks noGrp="1"/>
          </p:cNvSpPr>
          <p:nvPr>
            <p:ph type="title"/>
          </p:nvPr>
        </p:nvSpPr>
        <p:spPr/>
        <p:txBody>
          <a:bodyPr/>
          <a:lstStyle/>
          <a:p>
            <a:r>
              <a:rPr lang="en-ZA" dirty="0"/>
              <a:t>Weak answers to intended study</a:t>
            </a:r>
          </a:p>
        </p:txBody>
      </p:sp>
      <p:sp>
        <p:nvSpPr>
          <p:cNvPr id="3" name="Text Placeholder 2">
            <a:extLst>
              <a:ext uri="{FF2B5EF4-FFF2-40B4-BE49-F238E27FC236}">
                <a16:creationId xmlns:a16="http://schemas.microsoft.com/office/drawing/2014/main" id="{C9637644-0700-9C7D-07F8-CE4FE78C99C9}"/>
              </a:ext>
            </a:extLst>
          </p:cNvPr>
          <p:cNvSpPr>
            <a:spLocks noGrp="1"/>
          </p:cNvSpPr>
          <p:nvPr>
            <p:ph type="body" idx="1"/>
          </p:nvPr>
        </p:nvSpPr>
        <p:spPr/>
        <p:txBody>
          <a:bodyPr/>
          <a:lstStyle/>
          <a:p>
            <a:endParaRPr lang="en-ZA"/>
          </a:p>
        </p:txBody>
      </p:sp>
    </p:spTree>
    <p:extLst>
      <p:ext uri="{BB962C8B-B14F-4D97-AF65-F5344CB8AC3E}">
        <p14:creationId xmlns:p14="http://schemas.microsoft.com/office/powerpoint/2010/main" val="2384507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BB97EF-23DA-F7FF-A235-35BB8A2338C5}"/>
              </a:ext>
            </a:extLst>
          </p:cNvPr>
          <p:cNvSpPr>
            <a:spLocks noGrp="1"/>
          </p:cNvSpPr>
          <p:nvPr>
            <p:ph type="sldNum" sz="quarter" idx="10"/>
          </p:nvPr>
        </p:nvSpPr>
        <p:spPr/>
        <p:txBody>
          <a:bodyPr/>
          <a:lstStyle/>
          <a:p>
            <a:fld id="{303BB4E7-ECF0-48C2-8E8B-35EF4BB93775}" type="slidenum">
              <a:rPr lang="en-ZA" smtClean="0"/>
              <a:pPr/>
              <a:t>21</a:t>
            </a:fld>
            <a:endParaRPr lang="en-ZA" dirty="0"/>
          </a:p>
        </p:txBody>
      </p:sp>
      <p:sp>
        <p:nvSpPr>
          <p:cNvPr id="3" name="Text Placeholder 2">
            <a:extLst>
              <a:ext uri="{FF2B5EF4-FFF2-40B4-BE49-F238E27FC236}">
                <a16:creationId xmlns:a16="http://schemas.microsoft.com/office/drawing/2014/main" id="{D2FEA3CB-FD74-C09C-918F-92BD2ADEC676}"/>
              </a:ext>
            </a:extLst>
          </p:cNvPr>
          <p:cNvSpPr>
            <a:spLocks noGrp="1"/>
          </p:cNvSpPr>
          <p:nvPr>
            <p:ph type="body" sz="quarter" idx="13"/>
          </p:nvPr>
        </p:nvSpPr>
        <p:spPr/>
        <p:txBody>
          <a:bodyPr/>
          <a:lstStyle/>
          <a:p>
            <a:endParaRPr lang="en-ZA"/>
          </a:p>
        </p:txBody>
      </p:sp>
      <p:sp>
        <p:nvSpPr>
          <p:cNvPr id="4" name="Text Placeholder 3">
            <a:extLst>
              <a:ext uri="{FF2B5EF4-FFF2-40B4-BE49-F238E27FC236}">
                <a16:creationId xmlns:a16="http://schemas.microsoft.com/office/drawing/2014/main" id="{2DCEABE9-1DAA-43DB-9C16-632E995EDD45}"/>
              </a:ext>
            </a:extLst>
          </p:cNvPr>
          <p:cNvSpPr>
            <a:spLocks noGrp="1"/>
          </p:cNvSpPr>
          <p:nvPr>
            <p:ph type="body" sz="quarter" idx="14"/>
          </p:nvPr>
        </p:nvSpPr>
        <p:spPr/>
        <p:txBody>
          <a:bodyPr/>
          <a:lstStyle/>
          <a:p>
            <a:endParaRPr lang="en-ZA"/>
          </a:p>
        </p:txBody>
      </p:sp>
      <p:sp>
        <p:nvSpPr>
          <p:cNvPr id="5" name="Text Placeholder 4">
            <a:extLst>
              <a:ext uri="{FF2B5EF4-FFF2-40B4-BE49-F238E27FC236}">
                <a16:creationId xmlns:a16="http://schemas.microsoft.com/office/drawing/2014/main" id="{34FB67BC-9F99-8E70-CAA7-1B60F81E19D0}"/>
              </a:ext>
            </a:extLst>
          </p:cNvPr>
          <p:cNvSpPr>
            <a:spLocks noGrp="1"/>
          </p:cNvSpPr>
          <p:nvPr>
            <p:ph type="body" sz="quarter" idx="12"/>
          </p:nvPr>
        </p:nvSpPr>
        <p:spPr/>
        <p:txBody>
          <a:bodyPr>
            <a:normAutofit fontScale="92500" lnSpcReduction="20000"/>
          </a:bodyPr>
          <a:lstStyle/>
          <a:p>
            <a:r>
              <a:rPr lang="en-ZA" dirty="0"/>
              <a:t>Weak answers discarded</a:t>
            </a:r>
          </a:p>
        </p:txBody>
      </p:sp>
      <p:sp>
        <p:nvSpPr>
          <p:cNvPr id="6" name="Content Placeholder 5">
            <a:extLst>
              <a:ext uri="{FF2B5EF4-FFF2-40B4-BE49-F238E27FC236}">
                <a16:creationId xmlns:a16="http://schemas.microsoft.com/office/drawing/2014/main" id="{F8C0B1C5-D634-7C69-3D4F-CEE21DB7CF4D}"/>
              </a:ext>
            </a:extLst>
          </p:cNvPr>
          <p:cNvSpPr>
            <a:spLocks noGrp="1"/>
          </p:cNvSpPr>
          <p:nvPr>
            <p:ph idx="1"/>
          </p:nvPr>
        </p:nvSpPr>
        <p:spPr>
          <a:xfrm>
            <a:off x="684000" y="1605212"/>
            <a:ext cx="10823788" cy="4143291"/>
          </a:xfrm>
        </p:spPr>
        <p:txBody>
          <a:bodyPr>
            <a:normAutofit/>
          </a:bodyPr>
          <a:lstStyle/>
          <a:p>
            <a:r>
              <a:rPr lang="en-ZA" sz="1200" dirty="0"/>
              <a:t>Beyond the basic eligibility, we don’t usually moderate answers received from students. </a:t>
            </a:r>
          </a:p>
          <a:p>
            <a:r>
              <a:rPr lang="en-ZA" sz="1200" dirty="0"/>
              <a:t>However this round, Tracey and I reviewed the answers to the choice of study questions:</a:t>
            </a:r>
          </a:p>
          <a:p>
            <a:pPr marL="342900" indent="-342900">
              <a:buAutoNum type="arabicPeriod"/>
            </a:pPr>
            <a:r>
              <a:rPr lang="en-ZA" sz="1200" dirty="0"/>
              <a:t>Masters and PhD: </a:t>
            </a:r>
          </a:p>
          <a:p>
            <a:pPr marL="561975" lvl="1" indent="-342900">
              <a:buFont typeface="+mj-lt"/>
              <a:buAutoNum type="alphaLcParenR"/>
            </a:pPr>
            <a:r>
              <a:rPr lang="en-ZA" sz="1200" dirty="0"/>
              <a:t>Description of programme </a:t>
            </a:r>
          </a:p>
          <a:p>
            <a:pPr marL="561975" lvl="1" indent="-342900">
              <a:buFont typeface="+mj-lt"/>
              <a:buAutoNum type="alphaLcParenR"/>
            </a:pPr>
            <a:r>
              <a:rPr lang="en-ZA" sz="1200" dirty="0"/>
              <a:t>Significance and relevance of intended study</a:t>
            </a:r>
          </a:p>
          <a:p>
            <a:pPr marL="342900" indent="-342900">
              <a:buAutoNum type="arabicPeriod"/>
            </a:pPr>
            <a:r>
              <a:rPr lang="en-ZA" sz="1200" dirty="0"/>
              <a:t>Postdoc and sabbatical</a:t>
            </a:r>
          </a:p>
          <a:p>
            <a:pPr marL="561975" lvl="1" indent="-342900">
              <a:buFont typeface="+mj-lt"/>
              <a:buAutoNum type="alphaLcParenR"/>
            </a:pPr>
            <a:r>
              <a:rPr lang="en-ZA" sz="1200" dirty="0"/>
              <a:t>Significance of study</a:t>
            </a:r>
          </a:p>
          <a:p>
            <a:pPr marL="561975" lvl="1" indent="-342900">
              <a:buFont typeface="+mj-lt"/>
              <a:buAutoNum type="alphaLcParenR"/>
            </a:pPr>
            <a:r>
              <a:rPr lang="en-ZA" sz="1200" dirty="0"/>
              <a:t>Synopsis of work programme</a:t>
            </a:r>
          </a:p>
          <a:p>
            <a:pPr marL="561975" lvl="1" indent="-342900">
              <a:buFont typeface="+mj-lt"/>
              <a:buAutoNum type="alphaLcParenR"/>
            </a:pPr>
            <a:r>
              <a:rPr lang="en-ZA" sz="1200" dirty="0"/>
              <a:t>Host institutions</a:t>
            </a:r>
          </a:p>
          <a:p>
            <a:r>
              <a:rPr lang="en-ZA" sz="1200" dirty="0"/>
              <a:t>To view the answers to these questions, I have created another list view, </a:t>
            </a:r>
            <a:r>
              <a:rPr lang="en-ZA" sz="1200" b="1" dirty="0"/>
              <a:t>called Study Choice Narrative answers </a:t>
            </a:r>
          </a:p>
        </p:txBody>
      </p:sp>
      <p:pic>
        <p:nvPicPr>
          <p:cNvPr id="9" name="Picture 8">
            <a:extLst>
              <a:ext uri="{FF2B5EF4-FFF2-40B4-BE49-F238E27FC236}">
                <a16:creationId xmlns:a16="http://schemas.microsoft.com/office/drawing/2014/main" id="{0DCD7D9B-8BB0-A3C1-DA3B-99158A05B3A8}"/>
              </a:ext>
            </a:extLst>
          </p:cNvPr>
          <p:cNvPicPr>
            <a:picLocks noChangeAspect="1"/>
          </p:cNvPicPr>
          <p:nvPr/>
        </p:nvPicPr>
        <p:blipFill>
          <a:blip r:embed="rId2"/>
          <a:stretch>
            <a:fillRect/>
          </a:stretch>
        </p:blipFill>
        <p:spPr>
          <a:xfrm>
            <a:off x="4821631" y="1681246"/>
            <a:ext cx="6098291" cy="3286374"/>
          </a:xfrm>
          <a:prstGeom prst="rect">
            <a:avLst/>
          </a:prstGeom>
        </p:spPr>
      </p:pic>
      <p:sp>
        <p:nvSpPr>
          <p:cNvPr id="10" name="TextBox 9">
            <a:extLst>
              <a:ext uri="{FF2B5EF4-FFF2-40B4-BE49-F238E27FC236}">
                <a16:creationId xmlns:a16="http://schemas.microsoft.com/office/drawing/2014/main" id="{33EBE6D4-63F4-B77A-F966-2C434F1395A1}"/>
              </a:ext>
            </a:extLst>
          </p:cNvPr>
          <p:cNvSpPr txBox="1"/>
          <p:nvPr/>
        </p:nvSpPr>
        <p:spPr>
          <a:xfrm>
            <a:off x="682625" y="5429250"/>
            <a:ext cx="10475371" cy="461665"/>
          </a:xfrm>
          <a:prstGeom prst="rect">
            <a:avLst/>
          </a:prstGeom>
          <a:noFill/>
          <a:ln>
            <a:solidFill>
              <a:schemeClr val="accent5"/>
            </a:solidFill>
          </a:ln>
        </p:spPr>
        <p:txBody>
          <a:bodyPr wrap="square" rtlCol="0">
            <a:spAutoFit/>
          </a:bodyPr>
          <a:lstStyle/>
          <a:p>
            <a:r>
              <a:rPr lang="en-ZA" sz="1200" dirty="0"/>
              <a:t>Navigate to Submission Manager – Activities and select the filter called Study Choice Narrative answers. Make sure </a:t>
            </a:r>
            <a:r>
              <a:rPr lang="en-ZA" sz="1200" b="1" dirty="0"/>
              <a:t>study choice is selected under type </a:t>
            </a:r>
            <a:r>
              <a:rPr lang="en-ZA" sz="1200" dirty="0"/>
              <a:t>and you can </a:t>
            </a:r>
            <a:r>
              <a:rPr lang="en-ZA" sz="1200" b="1" dirty="0"/>
              <a:t>export to excel</a:t>
            </a:r>
          </a:p>
        </p:txBody>
      </p:sp>
      <p:sp>
        <p:nvSpPr>
          <p:cNvPr id="11" name="Oval 10">
            <a:extLst>
              <a:ext uri="{FF2B5EF4-FFF2-40B4-BE49-F238E27FC236}">
                <a16:creationId xmlns:a16="http://schemas.microsoft.com/office/drawing/2014/main" id="{F7C101C9-CB08-943B-81CB-08BBC710EE73}"/>
              </a:ext>
            </a:extLst>
          </p:cNvPr>
          <p:cNvSpPr/>
          <p:nvPr/>
        </p:nvSpPr>
        <p:spPr>
          <a:xfrm>
            <a:off x="5838825" y="1833646"/>
            <a:ext cx="1228725" cy="376154"/>
          </a:xfrm>
          <a:prstGeom prst="ellipse">
            <a:avLst/>
          </a:prstGeom>
          <a:noFill/>
          <a:ln w="19050">
            <a:solidFill>
              <a:srgbClr val="D903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2" name="Oval 11">
            <a:extLst>
              <a:ext uri="{FF2B5EF4-FFF2-40B4-BE49-F238E27FC236}">
                <a16:creationId xmlns:a16="http://schemas.microsoft.com/office/drawing/2014/main" id="{29B08465-32FC-6143-A5B6-9DCDDA27630D}"/>
              </a:ext>
            </a:extLst>
          </p:cNvPr>
          <p:cNvSpPr/>
          <p:nvPr/>
        </p:nvSpPr>
        <p:spPr>
          <a:xfrm>
            <a:off x="5238750" y="1833646"/>
            <a:ext cx="733425" cy="376154"/>
          </a:xfrm>
          <a:prstGeom prst="ellipse">
            <a:avLst/>
          </a:prstGeom>
          <a:noFill/>
          <a:ln w="19050">
            <a:solidFill>
              <a:srgbClr val="D903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3" name="Oval 12">
            <a:extLst>
              <a:ext uri="{FF2B5EF4-FFF2-40B4-BE49-F238E27FC236}">
                <a16:creationId xmlns:a16="http://schemas.microsoft.com/office/drawing/2014/main" id="{AF7953F2-7B4B-8314-6D70-2E16325A3B15}"/>
              </a:ext>
            </a:extLst>
          </p:cNvPr>
          <p:cNvSpPr/>
          <p:nvPr/>
        </p:nvSpPr>
        <p:spPr>
          <a:xfrm>
            <a:off x="9277350" y="1970721"/>
            <a:ext cx="1228725" cy="376154"/>
          </a:xfrm>
          <a:prstGeom prst="ellipse">
            <a:avLst/>
          </a:prstGeom>
          <a:noFill/>
          <a:ln w="19050">
            <a:solidFill>
              <a:srgbClr val="D903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746043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EE8E0D-7A2C-FFAC-E2B2-DACE90F1F636}"/>
              </a:ext>
            </a:extLst>
          </p:cNvPr>
          <p:cNvSpPr>
            <a:spLocks noGrp="1"/>
          </p:cNvSpPr>
          <p:nvPr>
            <p:ph type="sldNum" sz="quarter" idx="10"/>
          </p:nvPr>
        </p:nvSpPr>
        <p:spPr/>
        <p:txBody>
          <a:bodyPr/>
          <a:lstStyle/>
          <a:p>
            <a:fld id="{303BB4E7-ECF0-48C2-8E8B-35EF4BB93775}" type="slidenum">
              <a:rPr lang="en-ZA" smtClean="0"/>
              <a:pPr/>
              <a:t>22</a:t>
            </a:fld>
            <a:endParaRPr lang="en-ZA" dirty="0"/>
          </a:p>
        </p:txBody>
      </p:sp>
      <p:sp>
        <p:nvSpPr>
          <p:cNvPr id="3" name="Text Placeholder 2">
            <a:extLst>
              <a:ext uri="{FF2B5EF4-FFF2-40B4-BE49-F238E27FC236}">
                <a16:creationId xmlns:a16="http://schemas.microsoft.com/office/drawing/2014/main" id="{76E424CA-0BAD-D9CE-C785-9A001DB9489E}"/>
              </a:ext>
            </a:extLst>
          </p:cNvPr>
          <p:cNvSpPr>
            <a:spLocks noGrp="1"/>
          </p:cNvSpPr>
          <p:nvPr>
            <p:ph type="body" sz="quarter" idx="13"/>
          </p:nvPr>
        </p:nvSpPr>
        <p:spPr/>
        <p:txBody>
          <a:bodyPr/>
          <a:lstStyle/>
          <a:p>
            <a:endParaRPr lang="en-ZA"/>
          </a:p>
        </p:txBody>
      </p:sp>
      <p:sp>
        <p:nvSpPr>
          <p:cNvPr id="4" name="Text Placeholder 3">
            <a:extLst>
              <a:ext uri="{FF2B5EF4-FFF2-40B4-BE49-F238E27FC236}">
                <a16:creationId xmlns:a16="http://schemas.microsoft.com/office/drawing/2014/main" id="{E83EB820-B394-98D6-84C6-34355167DEEB}"/>
              </a:ext>
            </a:extLst>
          </p:cNvPr>
          <p:cNvSpPr>
            <a:spLocks noGrp="1"/>
          </p:cNvSpPr>
          <p:nvPr>
            <p:ph type="body" sz="quarter" idx="14"/>
          </p:nvPr>
        </p:nvSpPr>
        <p:spPr/>
        <p:txBody>
          <a:bodyPr/>
          <a:lstStyle/>
          <a:p>
            <a:endParaRPr lang="en-ZA"/>
          </a:p>
        </p:txBody>
      </p:sp>
      <p:sp>
        <p:nvSpPr>
          <p:cNvPr id="5" name="Text Placeholder 4">
            <a:extLst>
              <a:ext uri="{FF2B5EF4-FFF2-40B4-BE49-F238E27FC236}">
                <a16:creationId xmlns:a16="http://schemas.microsoft.com/office/drawing/2014/main" id="{AD0D5CA6-3C4A-44AF-0071-09A2E6D01DFA}"/>
              </a:ext>
            </a:extLst>
          </p:cNvPr>
          <p:cNvSpPr>
            <a:spLocks noGrp="1"/>
          </p:cNvSpPr>
          <p:nvPr>
            <p:ph type="body" sz="quarter" idx="12"/>
          </p:nvPr>
        </p:nvSpPr>
        <p:spPr/>
        <p:txBody>
          <a:bodyPr>
            <a:normAutofit fontScale="92500" lnSpcReduction="20000"/>
          </a:bodyPr>
          <a:lstStyle/>
          <a:p>
            <a:r>
              <a:rPr lang="en-ZA" dirty="0"/>
              <a:t>August example </a:t>
            </a:r>
          </a:p>
        </p:txBody>
      </p:sp>
      <p:sp>
        <p:nvSpPr>
          <p:cNvPr id="6" name="Content Placeholder 5">
            <a:extLst>
              <a:ext uri="{FF2B5EF4-FFF2-40B4-BE49-F238E27FC236}">
                <a16:creationId xmlns:a16="http://schemas.microsoft.com/office/drawing/2014/main" id="{10B1ADBC-9894-B186-6169-C239D24110B7}"/>
              </a:ext>
            </a:extLst>
          </p:cNvPr>
          <p:cNvSpPr>
            <a:spLocks noGrp="1"/>
          </p:cNvSpPr>
          <p:nvPr>
            <p:ph idx="1"/>
          </p:nvPr>
        </p:nvSpPr>
        <p:spPr/>
        <p:txBody>
          <a:bodyPr/>
          <a:lstStyle/>
          <a:p>
            <a:r>
              <a:rPr lang="en-ZA" dirty="0"/>
              <a:t>To find examples of how we determined this, please navigate to the August 2025 Applications excel file. </a:t>
            </a:r>
          </a:p>
          <a:p>
            <a:r>
              <a:rPr lang="en-ZA" b="1" dirty="0"/>
              <a:t>In column F, filter for status type “Submitted”</a:t>
            </a:r>
          </a:p>
          <a:p>
            <a:r>
              <a:rPr lang="en-ZA" dirty="0"/>
              <a:t>These applications were not sent for external review and we moderated them internally </a:t>
            </a:r>
          </a:p>
          <a:p>
            <a:r>
              <a:rPr lang="en-ZA" dirty="0"/>
              <a:t>An example is application 2025-7604 – you can clearly see that they have made no attempt to answer this question well. </a:t>
            </a:r>
          </a:p>
          <a:p>
            <a:r>
              <a:rPr lang="en-ZA" dirty="0"/>
              <a:t>We had a look at the topics and how these questions were answered to get the batch down to a suitable size. </a:t>
            </a:r>
          </a:p>
        </p:txBody>
      </p:sp>
      <p:pic>
        <p:nvPicPr>
          <p:cNvPr id="8" name="Picture 7">
            <a:extLst>
              <a:ext uri="{FF2B5EF4-FFF2-40B4-BE49-F238E27FC236}">
                <a16:creationId xmlns:a16="http://schemas.microsoft.com/office/drawing/2014/main" id="{B4FE1A55-153A-BF33-2790-9893BF3BDE29}"/>
              </a:ext>
            </a:extLst>
          </p:cNvPr>
          <p:cNvPicPr>
            <a:picLocks noChangeAspect="1"/>
          </p:cNvPicPr>
          <p:nvPr/>
        </p:nvPicPr>
        <p:blipFill>
          <a:blip r:embed="rId2"/>
          <a:stretch>
            <a:fillRect/>
          </a:stretch>
        </p:blipFill>
        <p:spPr>
          <a:xfrm>
            <a:off x="4514850" y="2109243"/>
            <a:ext cx="6879430" cy="2272413"/>
          </a:xfrm>
          <a:prstGeom prst="rect">
            <a:avLst/>
          </a:prstGeom>
        </p:spPr>
      </p:pic>
      <p:sp>
        <p:nvSpPr>
          <p:cNvPr id="9" name="Oval 8">
            <a:extLst>
              <a:ext uri="{FF2B5EF4-FFF2-40B4-BE49-F238E27FC236}">
                <a16:creationId xmlns:a16="http://schemas.microsoft.com/office/drawing/2014/main" id="{02498C61-12B3-60BB-1639-A86CD64BC60C}"/>
              </a:ext>
            </a:extLst>
          </p:cNvPr>
          <p:cNvSpPr/>
          <p:nvPr/>
        </p:nvSpPr>
        <p:spPr>
          <a:xfrm>
            <a:off x="9258300" y="3429000"/>
            <a:ext cx="1628775" cy="400050"/>
          </a:xfrm>
          <a:prstGeom prst="ellipse">
            <a:avLst/>
          </a:prstGeom>
          <a:noFill/>
          <a:ln>
            <a:solidFill>
              <a:srgbClr val="D903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776859764"/>
      </p:ext>
    </p:extLst>
  </p:cSld>
  <p:clrMapOvr>
    <a:masterClrMapping/>
  </p:clrMapOvr>
</p:sld>
</file>

<file path=ppt/theme/theme1.xml><?xml version="1.0" encoding="utf-8"?>
<a:theme xmlns:a="http://schemas.openxmlformats.org/drawingml/2006/main" name="OMT">
  <a:themeElements>
    <a:clrScheme name="OMT New">
      <a:dk1>
        <a:srgbClr val="000000"/>
      </a:dk1>
      <a:lt1>
        <a:sysClr val="window" lastClr="FFFFFF"/>
      </a:lt1>
      <a:dk2>
        <a:srgbClr val="00263A"/>
      </a:dk2>
      <a:lt2>
        <a:srgbClr val="E9E9E9"/>
      </a:lt2>
      <a:accent1>
        <a:srgbClr val="FEAB00"/>
      </a:accent1>
      <a:accent2>
        <a:srgbClr val="007D8A"/>
      </a:accent2>
      <a:accent3>
        <a:srgbClr val="FF8674"/>
      </a:accent3>
      <a:accent4>
        <a:srgbClr val="FF808B"/>
      </a:accent4>
      <a:accent5>
        <a:srgbClr val="003057"/>
      </a:accent5>
      <a:accent6>
        <a:srgbClr val="FDDA24"/>
      </a:accent6>
      <a:hlink>
        <a:srgbClr val="54585A"/>
      </a:hlink>
      <a:folHlink>
        <a:srgbClr val="D7D2CB"/>
      </a:folHlink>
    </a:clrScheme>
    <a:fontScheme name="OMT New">
      <a:majorFont>
        <a:latin typeface="Avenir Next LT Pro Light"/>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MT" id="{FB549C8F-E883-4D13-BB0C-C3DE57AFCD95}" vid="{04F9BD17-6D97-4743-B0E0-E95D49CCA7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1085743-6745-42fb-aaef-cd37de0fd424" xsi:nil="true"/>
    <lcf76f155ced4ddcb4097134ff3c332f xmlns="dba44529-40ac-4720-b3ef-d726d9cb424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53D89F76D0F974B8CC81B16AFA849BB" ma:contentTypeVersion="19" ma:contentTypeDescription="Create a new document." ma:contentTypeScope="" ma:versionID="e2807ec700f60df06478e7504507c71a">
  <xsd:schema xmlns:xsd="http://www.w3.org/2001/XMLSchema" xmlns:xs="http://www.w3.org/2001/XMLSchema" xmlns:p="http://schemas.microsoft.com/office/2006/metadata/properties" xmlns:ns2="dba44529-40ac-4720-b3ef-d726d9cb4242" xmlns:ns3="e1085743-6745-42fb-aaef-cd37de0fd424" targetNamespace="http://schemas.microsoft.com/office/2006/metadata/properties" ma:root="true" ma:fieldsID="6910a180a063576aea377e329b47d4be" ns2:_="" ns3:_="">
    <xsd:import namespace="dba44529-40ac-4720-b3ef-d726d9cb4242"/>
    <xsd:import namespace="e1085743-6745-42fb-aaef-cd37de0fd42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OCR"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a44529-40ac-4720-b3ef-d726d9cb42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33f1508-bcbb-42e7-8b50-dbf88ddd471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1085743-6745-42fb-aaef-cd37de0fd42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656ae906-377c-4f87-8cfd-cc5127f37326}" ma:internalName="TaxCatchAll" ma:showField="CatchAllData" ma:web="e1085743-6745-42fb-aaef-cd37de0fd4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37F2CD-1FF0-4BFD-A3B0-DE5B9372C3DD}">
  <ds:schemaRefs>
    <ds:schemaRef ds:uri="http://schemas.microsoft.com/sharepoint/v3/contenttype/forms"/>
  </ds:schemaRefs>
</ds:datastoreItem>
</file>

<file path=customXml/itemProps2.xml><?xml version="1.0" encoding="utf-8"?>
<ds:datastoreItem xmlns:ds="http://schemas.openxmlformats.org/officeDocument/2006/customXml" ds:itemID="{763720BF-8DFF-4884-86CF-D60C5DEC34B3}">
  <ds:schemaRefs>
    <ds:schemaRef ds:uri="http://schemas.microsoft.com/office/2006/metadata/properties"/>
    <ds:schemaRef ds:uri="http://www.w3.org/XML/1998/namespace"/>
    <ds:schemaRef ds:uri="http://purl.org/dc/elements/1.1/"/>
    <ds:schemaRef ds:uri="http://purl.org/dc/dcmitype/"/>
    <ds:schemaRef ds:uri="e1085743-6745-42fb-aaef-cd37de0fd424"/>
    <ds:schemaRef ds:uri="dba44529-40ac-4720-b3ef-d726d9cb4242"/>
    <ds:schemaRef ds:uri="http://schemas.microsoft.com/office/2006/documentManagement/types"/>
    <ds:schemaRef ds:uri="http://schemas.microsoft.com/office/infopath/2007/PartnerControl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94EC48CC-A50C-42EE-A4B7-F6CE4CCB34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a44529-40ac-4720-b3ef-d726d9cb4242"/>
    <ds:schemaRef ds:uri="e1085743-6745-42fb-aaef-cd37de0fd4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2305</TotalTime>
  <Words>2488</Words>
  <Application>Microsoft Office PowerPoint</Application>
  <PresentationFormat>Widescreen</PresentationFormat>
  <Paragraphs>272</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Avenir Next LT Pro</vt:lpstr>
      <vt:lpstr>Avenir Next LT Pro Light</vt:lpstr>
      <vt:lpstr>Calibri</vt:lpstr>
      <vt:lpstr>Wingdings</vt:lpstr>
      <vt:lpstr>OMT</vt:lpstr>
      <vt:lpstr>Omt postgraduate scholarships explained</vt:lpstr>
      <vt:lpstr>Process flow</vt:lpstr>
      <vt:lpstr>Application process flow</vt:lpstr>
      <vt:lpstr>Application specifics</vt:lpstr>
      <vt:lpstr>Navigating the application</vt:lpstr>
      <vt:lpstr>Navigating the application</vt:lpstr>
      <vt:lpstr>Working with a specific cohort </vt:lpstr>
      <vt:lpstr>Internal review</vt:lpstr>
      <vt:lpstr>PowerPoint Presentation</vt:lpstr>
      <vt:lpstr>eligibility</vt:lpstr>
      <vt:lpstr>Eligibility criteria</vt:lpstr>
      <vt:lpstr>Internal review: eligibility</vt:lpstr>
      <vt:lpstr>Determining eligibility</vt:lpstr>
      <vt:lpstr>Completeness and accuracy</vt:lpstr>
      <vt:lpstr>Internal review: completeness and accuracy</vt:lpstr>
      <vt:lpstr>PowerPoint Presentation</vt:lpstr>
      <vt:lpstr>Defining faculties</vt:lpstr>
      <vt:lpstr>PowerPoint Presentation</vt:lpstr>
      <vt:lpstr>PowerPoint Presentation</vt:lpstr>
      <vt:lpstr>Weak answers to intended study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Haidee Nel</dc:creator>
  <cp:lastModifiedBy>Bailey Corder</cp:lastModifiedBy>
  <cp:revision>257</cp:revision>
  <dcterms:created xsi:type="dcterms:W3CDTF">2021-05-22T08:23:46Z</dcterms:created>
  <dcterms:modified xsi:type="dcterms:W3CDTF">2025-11-27T14:04:00Z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0x010100F53D89F76D0F974B8CC81B16AFA849BB</vt:lpwstr>
  </property>
  <property fmtid="{D5CDD505-2E9C-101B-9397-08002B2CF9AE}" pid="3" name="MediaServiceImageTags">
    <vt:lpwstr/>
  </property>
</Properties>
</file>